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4"/>
    <p:sldMasterId id="2147483672" r:id="rId5"/>
    <p:sldMasterId id="2147483697" r:id="rId6"/>
  </p:sldMasterIdLst>
  <p:notesMasterIdLst>
    <p:notesMasterId r:id="rId15"/>
  </p:notesMasterIdLst>
  <p:handoutMasterIdLst>
    <p:handoutMasterId r:id="rId16"/>
  </p:handoutMasterIdLst>
  <p:sldIdLst>
    <p:sldId id="256" r:id="rId7"/>
    <p:sldId id="267" r:id="rId8"/>
    <p:sldId id="263" r:id="rId9"/>
    <p:sldId id="265" r:id="rId10"/>
    <p:sldId id="259" r:id="rId11"/>
    <p:sldId id="257" r:id="rId12"/>
    <p:sldId id="266" r:id="rId13"/>
    <p:sldId id="26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ed Hasselquist (HDa)" initials="FH(" lastIdx="1" clrIdx="0">
    <p:extLst>
      <p:ext uri="{19B8F6BF-5375-455C-9EA6-DF929625EA0E}">
        <p15:presenceInfo xmlns:p15="http://schemas.microsoft.com/office/powerpoint/2012/main" userId="S::fhe@du.se::9fb0fe49-10b5-42ef-aef8-66b49f762ef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D00"/>
    <a:srgbClr val="CE0060"/>
    <a:srgbClr val="341C65"/>
    <a:srgbClr val="4B2582"/>
    <a:srgbClr val="4A29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97335C-5688-4E6B-B7AD-96509F3105A0}" v="39" dt="2026-03-24T08:22:05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4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ir Ahmad" userId="6526cdfd-9e5d-4db2-a249-906aad8dcaed" providerId="ADAL" clId="{DD1E3162-E580-42E7-9F1F-010E02DB6D1C}"/>
    <pc:docChg chg="undo redo custSel addSld delSld modSld sldOrd">
      <pc:chgData name="Samir Ahmad" userId="6526cdfd-9e5d-4db2-a249-906aad8dcaed" providerId="ADAL" clId="{DD1E3162-E580-42E7-9F1F-010E02DB6D1C}" dt="2026-03-24T08:27:11.060" v="358" actId="1076"/>
      <pc:docMkLst>
        <pc:docMk/>
      </pc:docMkLst>
      <pc:sldChg chg="addSp delSp modSp mod setBg">
        <pc:chgData name="Samir Ahmad" userId="6526cdfd-9e5d-4db2-a249-906aad8dcaed" providerId="ADAL" clId="{DD1E3162-E580-42E7-9F1F-010E02DB6D1C}" dt="2026-03-23T14:21:50.392" v="245" actId="26606"/>
        <pc:sldMkLst>
          <pc:docMk/>
          <pc:sldMk cId="1812949276" sldId="256"/>
        </pc:sldMkLst>
        <pc:spChg chg="mod">
          <ac:chgData name="Samir Ahmad" userId="6526cdfd-9e5d-4db2-a249-906aad8dcaed" providerId="ADAL" clId="{DD1E3162-E580-42E7-9F1F-010E02DB6D1C}" dt="2026-03-23T14:21:50.392" v="245" actId="26606"/>
          <ac:spMkLst>
            <pc:docMk/>
            <pc:sldMk cId="1812949276" sldId="256"/>
            <ac:spMk id="3" creationId="{C090948C-7811-97C0-9489-DDE6EC6EB4DC}"/>
          </ac:spMkLst>
        </pc:spChg>
        <pc:spChg chg="mod">
          <ac:chgData name="Samir Ahmad" userId="6526cdfd-9e5d-4db2-a249-906aad8dcaed" providerId="ADAL" clId="{DD1E3162-E580-42E7-9F1F-010E02DB6D1C}" dt="2026-03-23T14:21:50.392" v="245" actId="26606"/>
          <ac:spMkLst>
            <pc:docMk/>
            <pc:sldMk cId="1812949276" sldId="256"/>
            <ac:spMk id="4" creationId="{26666DD5-2238-8C77-9016-8A9654922D18}"/>
          </ac:spMkLst>
        </pc:spChg>
        <pc:spChg chg="add del">
          <ac:chgData name="Samir Ahmad" userId="6526cdfd-9e5d-4db2-a249-906aad8dcaed" providerId="ADAL" clId="{DD1E3162-E580-42E7-9F1F-010E02DB6D1C}" dt="2026-03-23T14:21:37.451" v="232" actId="26606"/>
          <ac:spMkLst>
            <pc:docMk/>
            <pc:sldMk cId="1812949276" sldId="256"/>
            <ac:spMk id="9" creationId="{1A3C89F8-0D2F-47FF-B903-151248265F47}"/>
          </ac:spMkLst>
        </pc:spChg>
        <pc:spChg chg="add del">
          <ac:chgData name="Samir Ahmad" userId="6526cdfd-9e5d-4db2-a249-906aad8dcaed" providerId="ADAL" clId="{DD1E3162-E580-42E7-9F1F-010E02DB6D1C}" dt="2026-03-23T14:21:37.451" v="232" actId="26606"/>
          <ac:spMkLst>
            <pc:docMk/>
            <pc:sldMk cId="1812949276" sldId="256"/>
            <ac:spMk id="11" creationId="{C5CB530E-515E-412C-9DF1-5F8FFBD6F383}"/>
          </ac:spMkLst>
        </pc:spChg>
        <pc:spChg chg="add del">
          <ac:chgData name="Samir Ahmad" userId="6526cdfd-9e5d-4db2-a249-906aad8dcaed" providerId="ADAL" clId="{DD1E3162-E580-42E7-9F1F-010E02DB6D1C}" dt="2026-03-23T14:21:37.451" v="232" actId="26606"/>
          <ac:spMkLst>
            <pc:docMk/>
            <pc:sldMk cId="1812949276" sldId="256"/>
            <ac:spMk id="13" creationId="{712D4376-A578-4FF1-94FC-245E7A6A489F}"/>
          </ac:spMkLst>
        </pc:spChg>
        <pc:spChg chg="add del">
          <ac:chgData name="Samir Ahmad" userId="6526cdfd-9e5d-4db2-a249-906aad8dcaed" providerId="ADAL" clId="{DD1E3162-E580-42E7-9F1F-010E02DB6D1C}" dt="2026-03-23T14:21:37.451" v="232" actId="26606"/>
          <ac:spMkLst>
            <pc:docMk/>
            <pc:sldMk cId="1812949276" sldId="256"/>
            <ac:spMk id="15" creationId="{AEA7509D-F04F-40CB-A0B3-EEF16499CC9F}"/>
          </ac:spMkLst>
        </pc:spChg>
        <pc:spChg chg="add del">
          <ac:chgData name="Samir Ahmad" userId="6526cdfd-9e5d-4db2-a249-906aad8dcaed" providerId="ADAL" clId="{DD1E3162-E580-42E7-9F1F-010E02DB6D1C}" dt="2026-03-23T14:21:37.451" v="232" actId="26606"/>
          <ac:spMkLst>
            <pc:docMk/>
            <pc:sldMk cId="1812949276" sldId="256"/>
            <ac:spMk id="19" creationId="{508BEF50-7B1E-49A4-BC19-5F4F1D755E64}"/>
          </ac:spMkLst>
        </pc:spChg>
        <pc:spChg chg="add del">
          <ac:chgData name="Samir Ahmad" userId="6526cdfd-9e5d-4db2-a249-906aad8dcaed" providerId="ADAL" clId="{DD1E3162-E580-42E7-9F1F-010E02DB6D1C}" dt="2026-03-23T14:21:37.451" v="232" actId="26606"/>
          <ac:spMkLst>
            <pc:docMk/>
            <pc:sldMk cId="1812949276" sldId="256"/>
            <ac:spMk id="21" creationId="{3FBAD350-5664-4811-A208-657FB882D350}"/>
          </ac:spMkLst>
        </pc:spChg>
        <pc:spChg chg="add del">
          <ac:chgData name="Samir Ahmad" userId="6526cdfd-9e5d-4db2-a249-906aad8dcaed" providerId="ADAL" clId="{DD1E3162-E580-42E7-9F1F-010E02DB6D1C}" dt="2026-03-23T14:21:37.451" v="232" actId="26606"/>
          <ac:spMkLst>
            <pc:docMk/>
            <pc:sldMk cId="1812949276" sldId="256"/>
            <ac:spMk id="23" creationId="{C39ADB8F-D187-49D7-BDCF-C1B6DC727068}"/>
          </ac:spMkLst>
        </pc:spChg>
        <pc:spChg chg="add del">
          <ac:chgData name="Samir Ahmad" userId="6526cdfd-9e5d-4db2-a249-906aad8dcaed" providerId="ADAL" clId="{DD1E3162-E580-42E7-9F1F-010E02DB6D1C}" dt="2026-03-23T14:21:38.753" v="235" actId="26606"/>
          <ac:spMkLst>
            <pc:docMk/>
            <pc:sldMk cId="1812949276" sldId="256"/>
            <ac:spMk id="25" creationId="{4522B21E-B2B9-4C72-9A71-C87EFD137480}"/>
          </ac:spMkLst>
        </pc:spChg>
        <pc:spChg chg="add del">
          <ac:chgData name="Samir Ahmad" userId="6526cdfd-9e5d-4db2-a249-906aad8dcaed" providerId="ADAL" clId="{DD1E3162-E580-42E7-9F1F-010E02DB6D1C}" dt="2026-03-23T14:21:38.753" v="235" actId="26606"/>
          <ac:spMkLst>
            <pc:docMk/>
            <pc:sldMk cId="1812949276" sldId="256"/>
            <ac:spMk id="26" creationId="{5EB7D2A2-F448-44D4-938C-DC84CBCB3B1E}"/>
          </ac:spMkLst>
        </pc:spChg>
        <pc:spChg chg="add del">
          <ac:chgData name="Samir Ahmad" userId="6526cdfd-9e5d-4db2-a249-906aad8dcaed" providerId="ADAL" clId="{DD1E3162-E580-42E7-9F1F-010E02DB6D1C}" dt="2026-03-23T14:21:38.753" v="235" actId="26606"/>
          <ac:spMkLst>
            <pc:docMk/>
            <pc:sldMk cId="1812949276" sldId="256"/>
            <ac:spMk id="27" creationId="{871AEA07-1E14-44B4-8E55-64EF049CD66F}"/>
          </ac:spMkLst>
        </pc:spChg>
        <pc:spChg chg="add del">
          <ac:chgData name="Samir Ahmad" userId="6526cdfd-9e5d-4db2-a249-906aad8dcaed" providerId="ADAL" clId="{DD1E3162-E580-42E7-9F1F-010E02DB6D1C}" dt="2026-03-23T14:21:40.181" v="237" actId="26606"/>
          <ac:spMkLst>
            <pc:docMk/>
            <pc:sldMk cId="1812949276" sldId="256"/>
            <ac:spMk id="30" creationId="{6F5A5072-7B47-4D32-B52A-4EBBF590B8A5}"/>
          </ac:spMkLst>
        </pc:spChg>
        <pc:spChg chg="add del">
          <ac:chgData name="Samir Ahmad" userId="6526cdfd-9e5d-4db2-a249-906aad8dcaed" providerId="ADAL" clId="{DD1E3162-E580-42E7-9F1F-010E02DB6D1C}" dt="2026-03-23T14:21:40.181" v="237" actId="26606"/>
          <ac:spMkLst>
            <pc:docMk/>
            <pc:sldMk cId="1812949276" sldId="256"/>
            <ac:spMk id="31" creationId="{9715DAF0-AE1B-46C9-8A6B-DB2AA05AB91D}"/>
          </ac:spMkLst>
        </pc:spChg>
        <pc:spChg chg="add del">
          <ac:chgData name="Samir Ahmad" userId="6526cdfd-9e5d-4db2-a249-906aad8dcaed" providerId="ADAL" clId="{DD1E3162-E580-42E7-9F1F-010E02DB6D1C}" dt="2026-03-23T14:21:40.181" v="237" actId="26606"/>
          <ac:spMkLst>
            <pc:docMk/>
            <pc:sldMk cId="1812949276" sldId="256"/>
            <ac:spMk id="32" creationId="{6016219D-510E-4184-9090-6D5578A87BD1}"/>
          </ac:spMkLst>
        </pc:spChg>
        <pc:spChg chg="add del">
          <ac:chgData name="Samir Ahmad" userId="6526cdfd-9e5d-4db2-a249-906aad8dcaed" providerId="ADAL" clId="{DD1E3162-E580-42E7-9F1F-010E02DB6D1C}" dt="2026-03-23T14:21:40.181" v="237" actId="26606"/>
          <ac:spMkLst>
            <pc:docMk/>
            <pc:sldMk cId="1812949276" sldId="256"/>
            <ac:spMk id="33" creationId="{AFF4A713-7B75-4B21-90D7-5AB19547C728}"/>
          </ac:spMkLst>
        </pc:spChg>
        <pc:spChg chg="add del">
          <ac:chgData name="Samir Ahmad" userId="6526cdfd-9e5d-4db2-a249-906aad8dcaed" providerId="ADAL" clId="{DD1E3162-E580-42E7-9F1F-010E02DB6D1C}" dt="2026-03-23T14:21:40.181" v="237" actId="26606"/>
          <ac:spMkLst>
            <pc:docMk/>
            <pc:sldMk cId="1812949276" sldId="256"/>
            <ac:spMk id="34" creationId="{DC631C0B-6DA6-4E57-8231-CE32B3434A7E}"/>
          </ac:spMkLst>
        </pc:spChg>
        <pc:spChg chg="add del">
          <ac:chgData name="Samir Ahmad" userId="6526cdfd-9e5d-4db2-a249-906aad8dcaed" providerId="ADAL" clId="{DD1E3162-E580-42E7-9F1F-010E02DB6D1C}" dt="2026-03-23T14:21:40.181" v="237" actId="26606"/>
          <ac:spMkLst>
            <pc:docMk/>
            <pc:sldMk cId="1812949276" sldId="256"/>
            <ac:spMk id="35" creationId="{C29501E6-A978-4A61-9689-9085AF97A53A}"/>
          </ac:spMkLst>
        </pc:spChg>
        <pc:spChg chg="add del">
          <ac:chgData name="Samir Ahmad" userId="6526cdfd-9e5d-4db2-a249-906aad8dcaed" providerId="ADAL" clId="{DD1E3162-E580-42E7-9F1F-010E02DB6D1C}" dt="2026-03-23T14:21:41.010" v="240" actId="26606"/>
          <ac:spMkLst>
            <pc:docMk/>
            <pc:sldMk cId="1812949276" sldId="256"/>
            <ac:spMk id="37" creationId="{1A3C89F8-0D2F-47FF-B903-151248265F47}"/>
          </ac:spMkLst>
        </pc:spChg>
        <pc:spChg chg="add del">
          <ac:chgData name="Samir Ahmad" userId="6526cdfd-9e5d-4db2-a249-906aad8dcaed" providerId="ADAL" clId="{DD1E3162-E580-42E7-9F1F-010E02DB6D1C}" dt="2026-03-23T14:21:41.010" v="240" actId="26606"/>
          <ac:spMkLst>
            <pc:docMk/>
            <pc:sldMk cId="1812949276" sldId="256"/>
            <ac:spMk id="38" creationId="{C5CB530E-515E-412C-9DF1-5F8FFBD6F383}"/>
          </ac:spMkLst>
        </pc:spChg>
        <pc:spChg chg="add del">
          <ac:chgData name="Samir Ahmad" userId="6526cdfd-9e5d-4db2-a249-906aad8dcaed" providerId="ADAL" clId="{DD1E3162-E580-42E7-9F1F-010E02DB6D1C}" dt="2026-03-23T14:21:41.010" v="240" actId="26606"/>
          <ac:spMkLst>
            <pc:docMk/>
            <pc:sldMk cId="1812949276" sldId="256"/>
            <ac:spMk id="39" creationId="{712D4376-A578-4FF1-94FC-245E7A6A489F}"/>
          </ac:spMkLst>
        </pc:spChg>
        <pc:spChg chg="add del">
          <ac:chgData name="Samir Ahmad" userId="6526cdfd-9e5d-4db2-a249-906aad8dcaed" providerId="ADAL" clId="{DD1E3162-E580-42E7-9F1F-010E02DB6D1C}" dt="2026-03-23T14:21:41.010" v="240" actId="26606"/>
          <ac:spMkLst>
            <pc:docMk/>
            <pc:sldMk cId="1812949276" sldId="256"/>
            <ac:spMk id="40" creationId="{AEA7509D-F04F-40CB-A0B3-EEF16499CC9F}"/>
          </ac:spMkLst>
        </pc:spChg>
        <pc:spChg chg="add del">
          <ac:chgData name="Samir Ahmad" userId="6526cdfd-9e5d-4db2-a249-906aad8dcaed" providerId="ADAL" clId="{DD1E3162-E580-42E7-9F1F-010E02DB6D1C}" dt="2026-03-23T14:21:41.010" v="240" actId="26606"/>
          <ac:spMkLst>
            <pc:docMk/>
            <pc:sldMk cId="1812949276" sldId="256"/>
            <ac:spMk id="42" creationId="{508BEF50-7B1E-49A4-BC19-5F4F1D755E64}"/>
          </ac:spMkLst>
        </pc:spChg>
        <pc:spChg chg="add del">
          <ac:chgData name="Samir Ahmad" userId="6526cdfd-9e5d-4db2-a249-906aad8dcaed" providerId="ADAL" clId="{DD1E3162-E580-42E7-9F1F-010E02DB6D1C}" dt="2026-03-23T14:21:41.010" v="240" actId="26606"/>
          <ac:spMkLst>
            <pc:docMk/>
            <pc:sldMk cId="1812949276" sldId="256"/>
            <ac:spMk id="43" creationId="{3FBAD350-5664-4811-A208-657FB882D350}"/>
          </ac:spMkLst>
        </pc:spChg>
        <pc:spChg chg="add del">
          <ac:chgData name="Samir Ahmad" userId="6526cdfd-9e5d-4db2-a249-906aad8dcaed" providerId="ADAL" clId="{DD1E3162-E580-42E7-9F1F-010E02DB6D1C}" dt="2026-03-23T14:21:41.010" v="240" actId="26606"/>
          <ac:spMkLst>
            <pc:docMk/>
            <pc:sldMk cId="1812949276" sldId="256"/>
            <ac:spMk id="44" creationId="{C39ADB8F-D187-49D7-BDCF-C1B6DC727068}"/>
          </ac:spMkLst>
        </pc:spChg>
        <pc:spChg chg="add del">
          <ac:chgData name="Samir Ahmad" userId="6526cdfd-9e5d-4db2-a249-906aad8dcaed" providerId="ADAL" clId="{DD1E3162-E580-42E7-9F1F-010E02DB6D1C}" dt="2026-03-23T14:21:42.714" v="242" actId="26606"/>
          <ac:spMkLst>
            <pc:docMk/>
            <pc:sldMk cId="1812949276" sldId="256"/>
            <ac:spMk id="46" creationId="{C7D023E4-8DE1-436E-9847-ED6A4B4B04FD}"/>
          </ac:spMkLst>
        </pc:spChg>
        <pc:spChg chg="add del">
          <ac:chgData name="Samir Ahmad" userId="6526cdfd-9e5d-4db2-a249-906aad8dcaed" providerId="ADAL" clId="{DD1E3162-E580-42E7-9F1F-010E02DB6D1C}" dt="2026-03-23T14:21:50.392" v="245" actId="26606"/>
          <ac:spMkLst>
            <pc:docMk/>
            <pc:sldMk cId="1812949276" sldId="256"/>
            <ac:spMk id="57" creationId="{4522B21E-B2B9-4C72-9A71-C87EFD137480}"/>
          </ac:spMkLst>
        </pc:spChg>
        <pc:spChg chg="add del">
          <ac:chgData name="Samir Ahmad" userId="6526cdfd-9e5d-4db2-a249-906aad8dcaed" providerId="ADAL" clId="{DD1E3162-E580-42E7-9F1F-010E02DB6D1C}" dt="2026-03-23T14:21:50.392" v="245" actId="26606"/>
          <ac:spMkLst>
            <pc:docMk/>
            <pc:sldMk cId="1812949276" sldId="256"/>
            <ac:spMk id="58" creationId="{5EB7D2A2-F448-44D4-938C-DC84CBCB3B1E}"/>
          </ac:spMkLst>
        </pc:spChg>
        <pc:spChg chg="add del">
          <ac:chgData name="Samir Ahmad" userId="6526cdfd-9e5d-4db2-a249-906aad8dcaed" providerId="ADAL" clId="{DD1E3162-E580-42E7-9F1F-010E02DB6D1C}" dt="2026-03-23T14:21:50.392" v="245" actId="26606"/>
          <ac:spMkLst>
            <pc:docMk/>
            <pc:sldMk cId="1812949276" sldId="256"/>
            <ac:spMk id="59" creationId="{871AEA07-1E14-44B4-8E55-64EF049CD66F}"/>
          </ac:spMkLst>
        </pc:spChg>
        <pc:grpChg chg="add del">
          <ac:chgData name="Samir Ahmad" userId="6526cdfd-9e5d-4db2-a249-906aad8dcaed" providerId="ADAL" clId="{DD1E3162-E580-42E7-9F1F-010E02DB6D1C}" dt="2026-03-23T14:21:42.714" v="242" actId="26606"/>
          <ac:grpSpMkLst>
            <pc:docMk/>
            <pc:sldMk cId="1812949276" sldId="256"/>
            <ac:grpSpMk id="47" creationId="{97264A61-6AE3-4DC0-A455-5EDC604E394D}"/>
          </ac:grpSpMkLst>
        </pc:grpChg>
        <pc:grpChg chg="add del">
          <ac:chgData name="Samir Ahmad" userId="6526cdfd-9e5d-4db2-a249-906aad8dcaed" providerId="ADAL" clId="{DD1E3162-E580-42E7-9F1F-010E02DB6D1C}" dt="2026-03-23T14:21:42.714" v="242" actId="26606"/>
          <ac:grpSpMkLst>
            <pc:docMk/>
            <pc:sldMk cId="1812949276" sldId="256"/>
            <ac:grpSpMk id="49" creationId="{D691EE10-D5F3-48FA-BE55-F24A0BE59EF6}"/>
          </ac:grpSpMkLst>
        </pc:grpChg>
        <pc:grpChg chg="add del">
          <ac:chgData name="Samir Ahmad" userId="6526cdfd-9e5d-4db2-a249-906aad8dcaed" providerId="ADAL" clId="{DD1E3162-E580-42E7-9F1F-010E02DB6D1C}" dt="2026-03-23T14:21:42.714" v="242" actId="26606"/>
          <ac:grpSpMkLst>
            <pc:docMk/>
            <pc:sldMk cId="1812949276" sldId="256"/>
            <ac:grpSpMk id="51" creationId="{43F5E015-E085-4624-B431-B42414448684}"/>
          </ac:grpSpMkLst>
        </pc:grpChg>
        <pc:cxnChg chg="add del">
          <ac:chgData name="Samir Ahmad" userId="6526cdfd-9e5d-4db2-a249-906aad8dcaed" providerId="ADAL" clId="{DD1E3162-E580-42E7-9F1F-010E02DB6D1C}" dt="2026-03-23T14:21:37.451" v="232" actId="26606"/>
          <ac:cxnSpMkLst>
            <pc:docMk/>
            <pc:sldMk cId="1812949276" sldId="256"/>
            <ac:cxnSpMk id="17" creationId="{56020367-4FD5-4596-8E10-C5F095CD8DBF}"/>
          </ac:cxnSpMkLst>
        </pc:cxnChg>
        <pc:cxnChg chg="add del">
          <ac:chgData name="Samir Ahmad" userId="6526cdfd-9e5d-4db2-a249-906aad8dcaed" providerId="ADAL" clId="{DD1E3162-E580-42E7-9F1F-010E02DB6D1C}" dt="2026-03-23T14:21:38.753" v="235" actId="26606"/>
          <ac:cxnSpMkLst>
            <pc:docMk/>
            <pc:sldMk cId="1812949276" sldId="256"/>
            <ac:cxnSpMk id="28" creationId="{F7C8EA93-3210-4C62-99E9-153C275E3A87}"/>
          </ac:cxnSpMkLst>
        </pc:cxnChg>
        <pc:cxnChg chg="add del">
          <ac:chgData name="Samir Ahmad" userId="6526cdfd-9e5d-4db2-a249-906aad8dcaed" providerId="ADAL" clId="{DD1E3162-E580-42E7-9F1F-010E02DB6D1C}" dt="2026-03-23T14:21:41.010" v="240" actId="26606"/>
          <ac:cxnSpMkLst>
            <pc:docMk/>
            <pc:sldMk cId="1812949276" sldId="256"/>
            <ac:cxnSpMk id="41" creationId="{56020367-4FD5-4596-8E10-C5F095CD8DBF}"/>
          </ac:cxnSpMkLst>
        </pc:cxnChg>
        <pc:cxnChg chg="add del">
          <ac:chgData name="Samir Ahmad" userId="6526cdfd-9e5d-4db2-a249-906aad8dcaed" providerId="ADAL" clId="{DD1E3162-E580-42E7-9F1F-010E02DB6D1C}" dt="2026-03-23T14:21:50.392" v="245" actId="26606"/>
          <ac:cxnSpMkLst>
            <pc:docMk/>
            <pc:sldMk cId="1812949276" sldId="256"/>
            <ac:cxnSpMk id="60" creationId="{F7C8EA93-3210-4C62-99E9-153C275E3A87}"/>
          </ac:cxnSpMkLst>
        </pc:cxnChg>
      </pc:sldChg>
      <pc:sldChg chg="addSp delSp modSp add del mod">
        <pc:chgData name="Samir Ahmad" userId="6526cdfd-9e5d-4db2-a249-906aad8dcaed" providerId="ADAL" clId="{DD1E3162-E580-42E7-9F1F-010E02DB6D1C}" dt="2026-03-23T14:12:41.032" v="229" actId="1076"/>
        <pc:sldMkLst>
          <pc:docMk/>
          <pc:sldMk cId="2466482104" sldId="257"/>
        </pc:sldMkLst>
        <pc:spChg chg="add del mod">
          <ac:chgData name="Samir Ahmad" userId="6526cdfd-9e5d-4db2-a249-906aad8dcaed" providerId="ADAL" clId="{DD1E3162-E580-42E7-9F1F-010E02DB6D1C}" dt="2026-03-23T14:11:10.441" v="217" actId="1076"/>
          <ac:spMkLst>
            <pc:docMk/>
            <pc:sldMk cId="2466482104" sldId="257"/>
            <ac:spMk id="2" creationId="{D98BF85B-9795-865B-EA48-810B2CF64672}"/>
          </ac:spMkLst>
        </pc:spChg>
        <pc:spChg chg="add del">
          <ac:chgData name="Samir Ahmad" userId="6526cdfd-9e5d-4db2-a249-906aad8dcaed" providerId="ADAL" clId="{DD1E3162-E580-42E7-9F1F-010E02DB6D1C}" dt="2026-03-23T14:10:13.394" v="206" actId="478"/>
          <ac:spMkLst>
            <pc:docMk/>
            <pc:sldMk cId="2466482104" sldId="257"/>
            <ac:spMk id="3" creationId="{D5D16953-55C7-5BDC-ADD1-B53E20EBF631}"/>
          </ac:spMkLst>
        </pc:spChg>
        <pc:spChg chg="add del mod">
          <ac:chgData name="Samir Ahmad" userId="6526cdfd-9e5d-4db2-a249-906aad8dcaed" providerId="ADAL" clId="{DD1E3162-E580-42E7-9F1F-010E02DB6D1C}" dt="2026-03-23T14:09:46.587" v="193" actId="478"/>
          <ac:spMkLst>
            <pc:docMk/>
            <pc:sldMk cId="2466482104" sldId="257"/>
            <ac:spMk id="5" creationId="{070B0A37-19E2-C61E-173E-AA1D392D25CD}"/>
          </ac:spMkLst>
        </pc:spChg>
        <pc:spChg chg="add del mod">
          <ac:chgData name="Samir Ahmad" userId="6526cdfd-9e5d-4db2-a249-906aad8dcaed" providerId="ADAL" clId="{DD1E3162-E580-42E7-9F1F-010E02DB6D1C}" dt="2026-03-23T14:09:46.587" v="193" actId="478"/>
          <ac:spMkLst>
            <pc:docMk/>
            <pc:sldMk cId="2466482104" sldId="257"/>
            <ac:spMk id="7" creationId="{6023BEAD-1F5F-C4C7-B580-B32F9B536C49}"/>
          </ac:spMkLst>
        </pc:spChg>
        <pc:spChg chg="add del">
          <ac:chgData name="Samir Ahmad" userId="6526cdfd-9e5d-4db2-a249-906aad8dcaed" providerId="ADAL" clId="{DD1E3162-E580-42E7-9F1F-010E02DB6D1C}" dt="2026-03-23T14:10:18.252" v="209" actId="478"/>
          <ac:spMkLst>
            <pc:docMk/>
            <pc:sldMk cId="2466482104" sldId="257"/>
            <ac:spMk id="9" creationId="{6AAFB791-E3D1-8CC8-8179-43A8A9AEACF4}"/>
          </ac:spMkLst>
        </pc:spChg>
        <pc:spChg chg="add del mod">
          <ac:chgData name="Samir Ahmad" userId="6526cdfd-9e5d-4db2-a249-906aad8dcaed" providerId="ADAL" clId="{DD1E3162-E580-42E7-9F1F-010E02DB6D1C}" dt="2026-03-23T14:10:15.304" v="207" actId="478"/>
          <ac:spMkLst>
            <pc:docMk/>
            <pc:sldMk cId="2466482104" sldId="257"/>
            <ac:spMk id="12" creationId="{07C595B9-BEA7-EBF3-0CBB-01DC88358BB9}"/>
          </ac:spMkLst>
        </pc:spChg>
        <pc:picChg chg="del">
          <ac:chgData name="Samir Ahmad" userId="6526cdfd-9e5d-4db2-a249-906aad8dcaed" providerId="ADAL" clId="{DD1E3162-E580-42E7-9F1F-010E02DB6D1C}" dt="2026-03-23T14:09:43.736" v="191" actId="478"/>
          <ac:picMkLst>
            <pc:docMk/>
            <pc:sldMk cId="2466482104" sldId="257"/>
            <ac:picMk id="8" creationId="{99732393-1CA0-3B58-C8E7-865DCD747F5B}"/>
          </ac:picMkLst>
        </pc:picChg>
        <pc:picChg chg="add mod ord">
          <ac:chgData name="Samir Ahmad" userId="6526cdfd-9e5d-4db2-a249-906aad8dcaed" providerId="ADAL" clId="{DD1E3162-E580-42E7-9F1F-010E02DB6D1C}" dt="2026-03-23T14:12:34.823" v="227" actId="166"/>
          <ac:picMkLst>
            <pc:docMk/>
            <pc:sldMk cId="2466482104" sldId="257"/>
            <ac:picMk id="14" creationId="{DC553323-834A-F28B-6334-6E79D40AA1F0}"/>
          </ac:picMkLst>
        </pc:picChg>
        <pc:picChg chg="add del mod">
          <ac:chgData name="Samir Ahmad" userId="6526cdfd-9e5d-4db2-a249-906aad8dcaed" providerId="ADAL" clId="{DD1E3162-E580-42E7-9F1F-010E02DB6D1C}" dt="2026-03-23T14:11:57.348" v="223" actId="478"/>
          <ac:picMkLst>
            <pc:docMk/>
            <pc:sldMk cId="2466482104" sldId="257"/>
            <ac:picMk id="16" creationId="{18C1A378-3776-AE6D-044A-6858BF83AFD7}"/>
          </ac:picMkLst>
        </pc:picChg>
        <pc:picChg chg="add mod">
          <ac:chgData name="Samir Ahmad" userId="6526cdfd-9e5d-4db2-a249-906aad8dcaed" providerId="ADAL" clId="{DD1E3162-E580-42E7-9F1F-010E02DB6D1C}" dt="2026-03-23T14:12:41.032" v="229" actId="1076"/>
          <ac:picMkLst>
            <pc:docMk/>
            <pc:sldMk cId="2466482104" sldId="257"/>
            <ac:picMk id="18" creationId="{E4FB3585-E0FD-071B-0AB2-6A4B012D03A1}"/>
          </ac:picMkLst>
        </pc:picChg>
        <pc:cxnChg chg="add del">
          <ac:chgData name="Samir Ahmad" userId="6526cdfd-9e5d-4db2-a249-906aad8dcaed" providerId="ADAL" clId="{DD1E3162-E580-42E7-9F1F-010E02DB6D1C}" dt="2026-03-23T14:10:17.440" v="208" actId="478"/>
          <ac:cxnSpMkLst>
            <pc:docMk/>
            <pc:sldMk cId="2466482104" sldId="257"/>
            <ac:cxnSpMk id="11" creationId="{9B5BE05C-C3CA-7AEB-2B4F-535593D816E3}"/>
          </ac:cxnSpMkLst>
        </pc:cxnChg>
      </pc:sldChg>
      <pc:sldChg chg="addSp modSp mod">
        <pc:chgData name="Samir Ahmad" userId="6526cdfd-9e5d-4db2-a249-906aad8dcaed" providerId="ADAL" clId="{DD1E3162-E580-42E7-9F1F-010E02DB6D1C}" dt="2026-03-23T14:09:31.428" v="182"/>
        <pc:sldMkLst>
          <pc:docMk/>
          <pc:sldMk cId="2394347211" sldId="259"/>
        </pc:sldMkLst>
        <pc:spChg chg="add">
          <ac:chgData name="Samir Ahmad" userId="6526cdfd-9e5d-4db2-a249-906aad8dcaed" providerId="ADAL" clId="{DD1E3162-E580-42E7-9F1F-010E02DB6D1C}" dt="2026-03-23T14:05:36.087" v="101"/>
          <ac:spMkLst>
            <pc:docMk/>
            <pc:sldMk cId="2394347211" sldId="259"/>
            <ac:spMk id="2" creationId="{1AB10702-9D6E-FB1E-77B7-0698AFBB3255}"/>
          </ac:spMkLst>
        </pc:spChg>
        <pc:spChg chg="add">
          <ac:chgData name="Samir Ahmad" userId="6526cdfd-9e5d-4db2-a249-906aad8dcaed" providerId="ADAL" clId="{DD1E3162-E580-42E7-9F1F-010E02DB6D1C}" dt="2026-03-23T14:07:04.510" v="114"/>
          <ac:spMkLst>
            <pc:docMk/>
            <pc:sldMk cId="2394347211" sldId="259"/>
            <ac:spMk id="3" creationId="{4DA93F76-9FA7-1D69-A578-32D4E84F02BA}"/>
          </ac:spMkLst>
        </pc:spChg>
        <pc:spChg chg="mod">
          <ac:chgData name="Samir Ahmad" userId="6526cdfd-9e5d-4db2-a249-906aad8dcaed" providerId="ADAL" clId="{DD1E3162-E580-42E7-9F1F-010E02DB6D1C}" dt="2026-03-23T14:06:14.220" v="110"/>
          <ac:spMkLst>
            <pc:docMk/>
            <pc:sldMk cId="2394347211" sldId="259"/>
            <ac:spMk id="16" creationId="{75E952BC-1252-E4A0-BA12-47A05917C544}"/>
          </ac:spMkLst>
        </pc:spChg>
        <pc:spChg chg="mod">
          <ac:chgData name="Samir Ahmad" userId="6526cdfd-9e5d-4db2-a249-906aad8dcaed" providerId="ADAL" clId="{DD1E3162-E580-42E7-9F1F-010E02DB6D1C}" dt="2026-03-23T14:06:55.867" v="113" actId="2710"/>
          <ac:spMkLst>
            <pc:docMk/>
            <pc:sldMk cId="2394347211" sldId="259"/>
            <ac:spMk id="22" creationId="{A723F12B-4A1C-539D-A3C9-D7505CCA8CB2}"/>
          </ac:spMkLst>
        </pc:spChg>
        <pc:spChg chg="mod">
          <ac:chgData name="Samir Ahmad" userId="6526cdfd-9e5d-4db2-a249-906aad8dcaed" providerId="ADAL" clId="{DD1E3162-E580-42E7-9F1F-010E02DB6D1C}" dt="2026-03-23T14:07:30.522" v="124" actId="20577"/>
          <ac:spMkLst>
            <pc:docMk/>
            <pc:sldMk cId="2394347211" sldId="259"/>
            <ac:spMk id="24" creationId="{A26D0E07-169A-F60E-55BD-75DB7181575C}"/>
          </ac:spMkLst>
        </pc:spChg>
        <pc:spChg chg="mod">
          <ac:chgData name="Samir Ahmad" userId="6526cdfd-9e5d-4db2-a249-906aad8dcaed" providerId="ADAL" clId="{DD1E3162-E580-42E7-9F1F-010E02DB6D1C}" dt="2026-03-23T14:09:31.428" v="182"/>
          <ac:spMkLst>
            <pc:docMk/>
            <pc:sldMk cId="2394347211" sldId="259"/>
            <ac:spMk id="26" creationId="{21521D57-C588-A498-B549-EC3FEB27A542}"/>
          </ac:spMkLst>
        </pc:spChg>
      </pc:sldChg>
      <pc:sldChg chg="modSp add del mod ord">
        <pc:chgData name="Samir Ahmad" userId="6526cdfd-9e5d-4db2-a249-906aad8dcaed" providerId="ADAL" clId="{DD1E3162-E580-42E7-9F1F-010E02DB6D1C}" dt="2026-03-23T14:10:34.533" v="214" actId="47"/>
        <pc:sldMkLst>
          <pc:docMk/>
          <pc:sldMk cId="1480602940" sldId="261"/>
        </pc:sldMkLst>
        <pc:spChg chg="mod">
          <ac:chgData name="Samir Ahmad" userId="6526cdfd-9e5d-4db2-a249-906aad8dcaed" providerId="ADAL" clId="{DD1E3162-E580-42E7-9F1F-010E02DB6D1C}" dt="2026-03-23T14:09:31.049" v="180" actId="20577"/>
          <ac:spMkLst>
            <pc:docMk/>
            <pc:sldMk cId="1480602940" sldId="261"/>
            <ac:spMk id="3" creationId="{2C09A942-8644-842F-908F-0D6A6EAD7A75}"/>
          </ac:spMkLst>
        </pc:spChg>
        <pc:spChg chg="mod">
          <ac:chgData name="Samir Ahmad" userId="6526cdfd-9e5d-4db2-a249-906aad8dcaed" providerId="ADAL" clId="{DD1E3162-E580-42E7-9F1F-010E02DB6D1C}" dt="2026-03-23T14:09:30.237" v="176" actId="20577"/>
          <ac:spMkLst>
            <pc:docMk/>
            <pc:sldMk cId="1480602940" sldId="261"/>
            <ac:spMk id="8" creationId="{686289B9-D4C8-5DD3-3236-659EBAF67AC7}"/>
          </ac:spMkLst>
        </pc:spChg>
        <pc:spChg chg="mod">
          <ac:chgData name="Samir Ahmad" userId="6526cdfd-9e5d-4db2-a249-906aad8dcaed" providerId="ADAL" clId="{DD1E3162-E580-42E7-9F1F-010E02DB6D1C}" dt="2026-03-23T14:09:30.642" v="178" actId="20577"/>
          <ac:spMkLst>
            <pc:docMk/>
            <pc:sldMk cId="1480602940" sldId="261"/>
            <ac:spMk id="9" creationId="{1DBD6B6E-C69D-3DB2-0AFA-D8C9C2205F8C}"/>
          </ac:spMkLst>
        </pc:spChg>
      </pc:sldChg>
      <pc:sldChg chg="addSp delSp modSp mod modClrScheme chgLayout">
        <pc:chgData name="Samir Ahmad" userId="6526cdfd-9e5d-4db2-a249-906aad8dcaed" providerId="ADAL" clId="{DD1E3162-E580-42E7-9F1F-010E02DB6D1C}" dt="2026-03-23T10:40:22.223" v="85" actId="14100"/>
        <pc:sldMkLst>
          <pc:docMk/>
          <pc:sldMk cId="4063233888" sldId="263"/>
        </pc:sldMkLst>
        <pc:spChg chg="mod">
          <ac:chgData name="Samir Ahmad" userId="6526cdfd-9e5d-4db2-a249-906aad8dcaed" providerId="ADAL" clId="{DD1E3162-E580-42E7-9F1F-010E02DB6D1C}" dt="2026-03-23T10:40:10.952" v="82" actId="26606"/>
          <ac:spMkLst>
            <pc:docMk/>
            <pc:sldMk cId="4063233888" sldId="263"/>
            <ac:spMk id="2" creationId="{037B48CE-C954-F25B-034B-C06E4E0ABAB2}"/>
          </ac:spMkLst>
        </pc:spChg>
        <pc:spChg chg="mod ord">
          <ac:chgData name="Samir Ahmad" userId="6526cdfd-9e5d-4db2-a249-906aad8dcaed" providerId="ADAL" clId="{DD1E3162-E580-42E7-9F1F-010E02DB6D1C}" dt="2026-03-23T10:40:10.952" v="82" actId="26606"/>
          <ac:spMkLst>
            <pc:docMk/>
            <pc:sldMk cId="4063233888" sldId="263"/>
            <ac:spMk id="3" creationId="{0C3A40CD-AAE0-6EB1-67FB-3EAA5634552B}"/>
          </ac:spMkLst>
        </pc:spChg>
        <pc:picChg chg="add mod">
          <ac:chgData name="Samir Ahmad" userId="6526cdfd-9e5d-4db2-a249-906aad8dcaed" providerId="ADAL" clId="{DD1E3162-E580-42E7-9F1F-010E02DB6D1C}" dt="2026-03-23T10:40:22.223" v="85" actId="14100"/>
          <ac:picMkLst>
            <pc:docMk/>
            <pc:sldMk cId="4063233888" sldId="263"/>
            <ac:picMk id="5" creationId="{63E5D209-D3C3-41C7-4A3A-9CEA62AC9097}"/>
          </ac:picMkLst>
        </pc:picChg>
        <pc:picChg chg="del">
          <ac:chgData name="Samir Ahmad" userId="6526cdfd-9e5d-4db2-a249-906aad8dcaed" providerId="ADAL" clId="{DD1E3162-E580-42E7-9F1F-010E02DB6D1C}" dt="2026-03-23T10:18:56.995" v="58" actId="478"/>
          <ac:picMkLst>
            <pc:docMk/>
            <pc:sldMk cId="4063233888" sldId="263"/>
            <ac:picMk id="16" creationId="{3DD88F6B-9A1D-525C-2888-B62F5F97DFD9}"/>
          </ac:picMkLst>
        </pc:picChg>
      </pc:sldChg>
      <pc:sldChg chg="del">
        <pc:chgData name="Samir Ahmad" userId="6526cdfd-9e5d-4db2-a249-906aad8dcaed" providerId="ADAL" clId="{DD1E3162-E580-42E7-9F1F-010E02DB6D1C}" dt="2026-03-23T10:24:30.928" v="69" actId="47"/>
        <pc:sldMkLst>
          <pc:docMk/>
          <pc:sldMk cId="2975442979" sldId="264"/>
        </pc:sldMkLst>
      </pc:sldChg>
      <pc:sldChg chg="addSp delSp modSp mod">
        <pc:chgData name="Samir Ahmad" userId="6526cdfd-9e5d-4db2-a249-906aad8dcaed" providerId="ADAL" clId="{DD1E3162-E580-42E7-9F1F-010E02DB6D1C}" dt="2026-03-23T10:42:54.911" v="99" actId="12"/>
        <pc:sldMkLst>
          <pc:docMk/>
          <pc:sldMk cId="3335647996" sldId="265"/>
        </pc:sldMkLst>
        <pc:spChg chg="mod">
          <ac:chgData name="Samir Ahmad" userId="6526cdfd-9e5d-4db2-a249-906aad8dcaed" providerId="ADAL" clId="{DD1E3162-E580-42E7-9F1F-010E02DB6D1C}" dt="2026-03-23T10:42:54.911" v="99" actId="12"/>
          <ac:spMkLst>
            <pc:docMk/>
            <pc:sldMk cId="3335647996" sldId="265"/>
            <ac:spMk id="9" creationId="{7CBEA6B7-DCFB-DAAC-A396-5BC79C67826E}"/>
          </ac:spMkLst>
        </pc:spChg>
        <pc:picChg chg="add mod">
          <ac:chgData name="Samir Ahmad" userId="6526cdfd-9e5d-4db2-a249-906aad8dcaed" providerId="ADAL" clId="{DD1E3162-E580-42E7-9F1F-010E02DB6D1C}" dt="2026-03-23T10:40:26.048" v="86" actId="14100"/>
          <ac:picMkLst>
            <pc:docMk/>
            <pc:sldMk cId="3335647996" sldId="265"/>
            <ac:picMk id="4" creationId="{E5F73C02-A496-B64D-78B6-7C263953723A}"/>
          </ac:picMkLst>
        </pc:picChg>
        <pc:picChg chg="del">
          <ac:chgData name="Samir Ahmad" userId="6526cdfd-9e5d-4db2-a249-906aad8dcaed" providerId="ADAL" clId="{DD1E3162-E580-42E7-9F1F-010E02DB6D1C}" dt="2026-03-23T10:39:48.581" v="74" actId="478"/>
          <ac:picMkLst>
            <pc:docMk/>
            <pc:sldMk cId="3335647996" sldId="265"/>
            <ac:picMk id="5" creationId="{1581CAEA-20C7-8E3F-74AC-EC7426F42853}"/>
          </ac:picMkLst>
        </pc:picChg>
      </pc:sldChg>
      <pc:sldChg chg="add ord">
        <pc:chgData name="Samir Ahmad" userId="6526cdfd-9e5d-4db2-a249-906aad8dcaed" providerId="ADAL" clId="{DD1E3162-E580-42E7-9F1F-010E02DB6D1C}" dt="2026-03-23T14:10:32.905" v="213"/>
        <pc:sldMkLst>
          <pc:docMk/>
          <pc:sldMk cId="1191615910" sldId="266"/>
        </pc:sldMkLst>
      </pc:sldChg>
      <pc:sldChg chg="del">
        <pc:chgData name="Samir Ahmad" userId="6526cdfd-9e5d-4db2-a249-906aad8dcaed" providerId="ADAL" clId="{DD1E3162-E580-42E7-9F1F-010E02DB6D1C}" dt="2026-03-23T14:05:18.543" v="100" actId="47"/>
        <pc:sldMkLst>
          <pc:docMk/>
          <pc:sldMk cId="4100401480" sldId="266"/>
        </pc:sldMkLst>
      </pc:sldChg>
      <pc:sldChg chg="addSp delSp modSp add mod">
        <pc:chgData name="Samir Ahmad" userId="6526cdfd-9e5d-4db2-a249-906aad8dcaed" providerId="ADAL" clId="{DD1E3162-E580-42E7-9F1F-010E02DB6D1C}" dt="2026-03-24T08:27:11.060" v="358" actId="1076"/>
        <pc:sldMkLst>
          <pc:docMk/>
          <pc:sldMk cId="1202611194" sldId="267"/>
        </pc:sldMkLst>
        <pc:spChg chg="del">
          <ac:chgData name="Samir Ahmad" userId="6526cdfd-9e5d-4db2-a249-906aad8dcaed" providerId="ADAL" clId="{DD1E3162-E580-42E7-9F1F-010E02DB6D1C}" dt="2026-03-24T08:20:29.665" v="247" actId="478"/>
          <ac:spMkLst>
            <pc:docMk/>
            <pc:sldMk cId="1202611194" sldId="267"/>
            <ac:spMk id="3" creationId="{E0CA78A4-DC2D-FD12-4611-4CCEAB8B5E07}"/>
          </ac:spMkLst>
        </pc:spChg>
        <pc:spChg chg="mod">
          <ac:chgData name="Samir Ahmad" userId="6526cdfd-9e5d-4db2-a249-906aad8dcaed" providerId="ADAL" clId="{DD1E3162-E580-42E7-9F1F-010E02DB6D1C}" dt="2026-03-24T08:23:00.301" v="330" actId="404"/>
          <ac:spMkLst>
            <pc:docMk/>
            <pc:sldMk cId="1202611194" sldId="267"/>
            <ac:spMk id="4" creationId="{4AA0D17F-C3C7-0970-64FF-81BAD7D61C19}"/>
          </ac:spMkLst>
        </pc:spChg>
        <pc:spChg chg="add del mod">
          <ac:chgData name="Samir Ahmad" userId="6526cdfd-9e5d-4db2-a249-906aad8dcaed" providerId="ADAL" clId="{DD1E3162-E580-42E7-9F1F-010E02DB6D1C}" dt="2026-03-24T08:20:33.806" v="248" actId="478"/>
          <ac:spMkLst>
            <pc:docMk/>
            <pc:sldMk cId="1202611194" sldId="267"/>
            <ac:spMk id="5" creationId="{E8EDA237-6EE0-9F6B-3C37-972CD4F3E1BA}"/>
          </ac:spMkLst>
        </pc:spChg>
        <pc:spChg chg="add mod">
          <ac:chgData name="Samir Ahmad" userId="6526cdfd-9e5d-4db2-a249-906aad8dcaed" providerId="ADAL" clId="{DD1E3162-E580-42E7-9F1F-010E02DB6D1C}" dt="2026-03-24T08:22:58.438" v="329" actId="403"/>
          <ac:spMkLst>
            <pc:docMk/>
            <pc:sldMk cId="1202611194" sldId="267"/>
            <ac:spMk id="7" creationId="{65F1A23C-384F-3988-C63F-CE5F1150448E}"/>
          </ac:spMkLst>
        </pc:spChg>
        <pc:picChg chg="add mod">
          <ac:chgData name="Samir Ahmad" userId="6526cdfd-9e5d-4db2-a249-906aad8dcaed" providerId="ADAL" clId="{DD1E3162-E580-42E7-9F1F-010E02DB6D1C}" dt="2026-03-24T08:27:11.060" v="358" actId="1076"/>
          <ac:picMkLst>
            <pc:docMk/>
            <pc:sldMk cId="1202611194" sldId="267"/>
            <ac:picMk id="9" creationId="{2A0963F7-056F-0E16-13A9-60B3F5AE83CF}"/>
          </ac:picMkLst>
        </pc:picChg>
        <pc:picChg chg="add mod">
          <ac:chgData name="Samir Ahmad" userId="6526cdfd-9e5d-4db2-a249-906aad8dcaed" providerId="ADAL" clId="{DD1E3162-E580-42E7-9F1F-010E02DB6D1C}" dt="2026-03-24T08:27:06.344" v="357" actId="1076"/>
          <ac:picMkLst>
            <pc:docMk/>
            <pc:sldMk cId="1202611194" sldId="267"/>
            <ac:picMk id="11" creationId="{7FED6E05-76D2-712E-7C37-EDD2FE65C637}"/>
          </ac:picMkLst>
        </pc:picChg>
        <pc:picChg chg="add del mod">
          <ac:chgData name="Samir Ahmad" userId="6526cdfd-9e5d-4db2-a249-906aad8dcaed" providerId="ADAL" clId="{DD1E3162-E580-42E7-9F1F-010E02DB6D1C}" dt="2026-03-24T08:26:22.088" v="349" actId="478"/>
          <ac:picMkLst>
            <pc:docMk/>
            <pc:sldMk cId="1202611194" sldId="267"/>
            <ac:picMk id="13" creationId="{143F3B6D-2B2B-0F88-B064-5E8DBEAEE477}"/>
          </ac:picMkLst>
        </pc:picChg>
        <pc:picChg chg="add del mod">
          <ac:chgData name="Samir Ahmad" userId="6526cdfd-9e5d-4db2-a249-906aad8dcaed" providerId="ADAL" clId="{DD1E3162-E580-42E7-9F1F-010E02DB6D1C}" dt="2026-03-24T08:27:02.125" v="356" actId="478"/>
          <ac:picMkLst>
            <pc:docMk/>
            <pc:sldMk cId="1202611194" sldId="267"/>
            <ac:picMk id="15" creationId="{75D465AE-A22E-1870-CE9F-4C0C854D842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96752" y="413468"/>
            <a:ext cx="2615979" cy="2476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CECBB8-93AA-FA41-A054-EC9AB38F47E2}" type="datetimeFigureOut">
              <a:rPr lang="en-US" sz="1000" smtClean="0"/>
              <a:t>3/24/2026</a:t>
            </a:fld>
            <a:endParaRPr lang="sv-SE" sz="1000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91C883BD-B9DF-4058-B8CF-4B4FE80C3C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709" y="209552"/>
            <a:ext cx="1562431" cy="495295"/>
          </a:xfrm>
          <a:prstGeom prst="rect">
            <a:avLst/>
          </a:prstGeom>
        </p:spPr>
      </p:pic>
      <p:sp>
        <p:nvSpPr>
          <p:cNvPr id="12" name="Platshållare för sidfot 11">
            <a:extLst>
              <a:ext uri="{FF2B5EF4-FFF2-40B4-BE49-F238E27FC236}">
                <a16:creationId xmlns:a16="http://schemas.microsoft.com/office/drawing/2014/main" id="{CC1EFC61-F8FA-4E87-AA9D-484BBD58E1F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57200" y="8442305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sv-SE" sz="1000"/>
              <a:t>© Högskolan Dalarna 	</a:t>
            </a:r>
          </a:p>
        </p:txBody>
      </p:sp>
      <p:sp>
        <p:nvSpPr>
          <p:cNvPr id="13" name="Platshållare för bildnummer 12">
            <a:extLst>
              <a:ext uri="{FF2B5EF4-FFF2-40B4-BE49-F238E27FC236}">
                <a16:creationId xmlns:a16="http://schemas.microsoft.com/office/drawing/2014/main" id="{CC2BB7DA-C860-4897-A1B5-F8387CAFB0A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440931" y="844230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1DF77-84AF-42BB-B24D-D58989A766F1}" type="slidenum">
              <a:rPr lang="sv-SE" sz="1000" smtClean="0"/>
              <a:t>‹#›</a:t>
            </a:fld>
            <a:endParaRPr lang="sv-SE" sz="1000"/>
          </a:p>
        </p:txBody>
      </p:sp>
    </p:spTree>
    <p:extLst>
      <p:ext uri="{BB962C8B-B14F-4D97-AF65-F5344CB8AC3E}">
        <p14:creationId xmlns:p14="http://schemas.microsoft.com/office/powerpoint/2010/main" val="18458253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8BD41841-4AB6-4B7F-943E-3760686E5F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796752" y="413468"/>
            <a:ext cx="2615979" cy="2476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CECBB8-93AA-FA41-A054-EC9AB38F47E2}" type="datetimeFigureOut">
              <a:rPr lang="en-US" sz="1000" smtClean="0"/>
              <a:t>3/24/2026</a:t>
            </a:fld>
            <a:endParaRPr lang="sv-SE" sz="1000"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98D241A4-5859-4392-866F-D0DEFD384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09" y="209552"/>
            <a:ext cx="1562431" cy="495295"/>
          </a:xfrm>
          <a:prstGeom prst="rect">
            <a:avLst/>
          </a:prstGeom>
        </p:spPr>
      </p:pic>
      <p:sp>
        <p:nvSpPr>
          <p:cNvPr id="10" name="Platshållare för sidfot 11">
            <a:extLst>
              <a:ext uri="{FF2B5EF4-FFF2-40B4-BE49-F238E27FC236}">
                <a16:creationId xmlns:a16="http://schemas.microsoft.com/office/drawing/2014/main" id="{E6ED88F8-9698-4305-B7AA-EFCA568208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457200" y="8442305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sv-SE" sz="1000"/>
              <a:t>© Högskolan Dalarna 	</a:t>
            </a:r>
          </a:p>
        </p:txBody>
      </p:sp>
      <p:sp>
        <p:nvSpPr>
          <p:cNvPr id="11" name="Platshållare för bildnummer 12">
            <a:extLst>
              <a:ext uri="{FF2B5EF4-FFF2-40B4-BE49-F238E27FC236}">
                <a16:creationId xmlns:a16="http://schemas.microsoft.com/office/drawing/2014/main" id="{56AF3104-1F42-425D-880E-39B59ADE9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440931" y="844230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1DF77-84AF-42BB-B24D-D58989A766F1}" type="slidenum">
              <a:rPr lang="sv-SE" sz="1000" smtClean="0"/>
              <a:t>‹#›</a:t>
            </a:fld>
            <a:endParaRPr lang="sv-SE" sz="1000"/>
          </a:p>
        </p:txBody>
      </p:sp>
    </p:spTree>
    <p:extLst>
      <p:ext uri="{BB962C8B-B14F-4D97-AF65-F5344CB8AC3E}">
        <p14:creationId xmlns:p14="http://schemas.microsoft.com/office/powerpoint/2010/main" val="18597506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När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användaren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klickar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knappar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skickar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formulär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dynamiskt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laddas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om.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 (30–40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Peka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“Backend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är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serverdelen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hanterar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logiken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och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databasen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“Vi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använder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Node.js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tillsammans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med Express för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skapa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ett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REST API.”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API:t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tar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emot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förfrågningar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från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frontend, till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exempel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POST, PUT och DELETE.”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Peka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“För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datalagring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använder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 SQLite.”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Databasen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lagrar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alla poster och backend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ansvarar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för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läsa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spara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uppdatera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och ta bort data.”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Frontend, backend och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är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separerade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kommunicerar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varandra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via API-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anrop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1DF77-84AF-42BB-B24D-D58989A766F1}" type="slidenum">
              <a:rPr lang="sv-SE" sz="1000" smtClean="0"/>
              <a:t>5</a:t>
            </a:fld>
            <a:endParaRPr lang="sv-SE" sz="1000"/>
          </a:p>
        </p:txBody>
      </p:sp>
    </p:spTree>
    <p:extLst>
      <p:ext uri="{BB962C8B-B14F-4D97-AF65-F5344CB8AC3E}">
        <p14:creationId xmlns:p14="http://schemas.microsoft.com/office/powerpoint/2010/main" val="4072411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B4332-D1D6-09B3-B0D7-81D4E0C63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60BF246C-214E-9618-4368-EA96B8042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12F2637E-EC5D-54F3-555E-E64AB4F27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“Det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roligaste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projektet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var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frontend och backend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fungera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ihop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När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började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jobba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med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riktig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CRUD och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såg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sparades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databasen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blev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tydligt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hänger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ihop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var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utmanande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var fetch och API-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anropen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Särskilt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uppdatera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och ta bort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rätt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data,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eftersom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måste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skicka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rätt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 och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hantera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svar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från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servern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“Vi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lärt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oss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REST API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fungerar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praktiken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“Vi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också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lärt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oss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databasen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servern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och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klienten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samarbetar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“En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viktig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lärdom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var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strukturerar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webbprojekt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med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tydlig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uppdelning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mellan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frontend och backend.”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Sammanfattningsvis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projektet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gett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oss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bättre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förståelse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för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dynamiska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webbapplikationer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byggs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222EC0B4-E385-8263-9AAE-111298A82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1DF77-84AF-42BB-B24D-D58989A766F1}" type="slidenum">
              <a:rPr lang="sv-SE" sz="1000" smtClean="0"/>
              <a:t>7</a:t>
            </a:fld>
            <a:endParaRPr lang="sv-SE" sz="1000"/>
          </a:p>
        </p:txBody>
      </p:sp>
    </p:spTree>
    <p:extLst>
      <p:ext uri="{BB962C8B-B14F-4D97-AF65-F5344CB8AC3E}">
        <p14:creationId xmlns:p14="http://schemas.microsoft.com/office/powerpoint/2010/main" val="231174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Överrubrik, huvud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A7B94-8C94-4C29-9FC5-4F685E2DBA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5688" y="529968"/>
            <a:ext cx="9001125" cy="557397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800" b="0">
                <a:solidFill>
                  <a:srgbClr val="4B258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Lägg till presentationstitel, kapitelrubrik eller överrubrik</a:t>
            </a:r>
            <a:endParaRPr lang="en-US"/>
          </a:p>
        </p:txBody>
      </p:sp>
      <p:sp>
        <p:nvSpPr>
          <p:cNvPr id="13" name="Platshållare för rubrik 1">
            <a:extLst>
              <a:ext uri="{FF2B5EF4-FFF2-40B4-BE49-F238E27FC236}">
                <a16:creationId xmlns:a16="http://schemas.microsoft.com/office/drawing/2014/main" id="{B7811F14-D9A4-42B3-A641-19CF60CF19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1165225"/>
            <a:ext cx="9001125" cy="103794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sz="30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err="1"/>
              <a:t>Lägg</a:t>
            </a:r>
            <a:r>
              <a:rPr lang="en-US"/>
              <a:t> till </a:t>
            </a:r>
            <a:r>
              <a:rPr lang="en-US" err="1"/>
              <a:t>rubrik</a:t>
            </a:r>
            <a:r>
              <a:rPr lang="en-US"/>
              <a:t> </a:t>
            </a:r>
            <a:endParaRPr lang="sv-SE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5C289252-3F0D-4734-8DC3-F7C5BE14F6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3368" y="2263502"/>
            <a:ext cx="9001124" cy="350547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8" name="Platshållare för datum 3">
            <a:extLst>
              <a:ext uri="{FF2B5EF4-FFF2-40B4-BE49-F238E27FC236}">
                <a16:creationId xmlns:a16="http://schemas.microsoft.com/office/drawing/2014/main" id="{853EA4C1-86D7-48E2-8731-A2CA21E54E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12" name="Platshållare för sidfot 4">
            <a:extLst>
              <a:ext uri="{FF2B5EF4-FFF2-40B4-BE49-F238E27FC236}">
                <a16:creationId xmlns:a16="http://schemas.microsoft.com/office/drawing/2014/main" id="{719211BB-FA25-4248-9DD2-82F331A6D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4" name="Platshållare för bildnummer 5">
            <a:extLst>
              <a:ext uri="{FF2B5EF4-FFF2-40B4-BE49-F238E27FC236}">
                <a16:creationId xmlns:a16="http://schemas.microsoft.com/office/drawing/2014/main" id="{C88B5C8D-6BCC-41D9-929B-809EE31AD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Över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rubrik 1">
            <a:extLst>
              <a:ext uri="{FF2B5EF4-FFF2-40B4-BE49-F238E27FC236}">
                <a16:creationId xmlns:a16="http://schemas.microsoft.com/office/drawing/2014/main" id="{853C89B3-21D8-4415-B262-82D495B9CF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541056"/>
            <a:ext cx="9006689" cy="54676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 sz="1800" b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Lägg till presentationstitel, kapitelrubrik eller överrubrik</a:t>
            </a:r>
            <a:endParaRPr lang="en-US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E5537D54-DA30-44EF-84CB-F92BBC7F40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3368" y="1520826"/>
            <a:ext cx="9006688" cy="42481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A9D9A2C5-D908-46E8-BE7D-52D26F557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8" name="Platshållare för sidfot 4">
            <a:extLst>
              <a:ext uri="{FF2B5EF4-FFF2-40B4-BE49-F238E27FC236}">
                <a16:creationId xmlns:a16="http://schemas.microsoft.com/office/drawing/2014/main" id="{CBF0FD68-E40A-479A-BB97-59254D1C9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2" name="Platshållare för bildnummer 5">
            <a:extLst>
              <a:ext uri="{FF2B5EF4-FFF2-40B4-BE49-F238E27FC236}">
                <a16:creationId xmlns:a16="http://schemas.microsoft.com/office/drawing/2014/main" id="{D707D619-29D4-4F9D-B430-C6AE8130E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97010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uvudrubrik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tshållare för rubrik 1">
            <a:extLst>
              <a:ext uri="{FF2B5EF4-FFF2-40B4-BE49-F238E27FC236}">
                <a16:creationId xmlns:a16="http://schemas.microsoft.com/office/drawing/2014/main" id="{B7811F14-D9A4-42B3-A641-19CF60CF19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445312"/>
            <a:ext cx="9001126" cy="103794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sz="30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err="1"/>
              <a:t>Lägg</a:t>
            </a:r>
            <a:r>
              <a:rPr lang="en-US"/>
              <a:t> till </a:t>
            </a:r>
            <a:r>
              <a:rPr lang="en-US" err="1"/>
              <a:t>rubrik</a:t>
            </a:r>
            <a:r>
              <a:rPr lang="en-US"/>
              <a:t> </a:t>
            </a:r>
            <a:endParaRPr lang="sv-SE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3AC8CE27-6713-424C-8ADE-774BF1B230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3367" y="1520825"/>
            <a:ext cx="9001126" cy="42481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59AA2A56-11F5-4373-81B1-65B085839F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11" name="Platshållare för sidfot 4">
            <a:extLst>
              <a:ext uri="{FF2B5EF4-FFF2-40B4-BE49-F238E27FC236}">
                <a16:creationId xmlns:a16="http://schemas.microsoft.com/office/drawing/2014/main" id="{8350B45B-76AB-4496-943E-37EF06A86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2" name="Platshållare för bildnummer 5">
            <a:extLst>
              <a:ext uri="{FF2B5EF4-FFF2-40B4-BE49-F238E27FC236}">
                <a16:creationId xmlns:a16="http://schemas.microsoft.com/office/drawing/2014/main" id="{64F1C2A4-9BBD-4351-842D-E6F9A066DA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23131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uvud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tshållare för rubrik 1">
            <a:extLst>
              <a:ext uri="{FF2B5EF4-FFF2-40B4-BE49-F238E27FC236}">
                <a16:creationId xmlns:a16="http://schemas.microsoft.com/office/drawing/2014/main" id="{B7811F14-D9A4-42B3-A641-19CF60CF19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763363"/>
            <a:ext cx="9001126" cy="103794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sz="30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err="1"/>
              <a:t>Lägg</a:t>
            </a:r>
            <a:r>
              <a:rPr lang="en-US"/>
              <a:t> till </a:t>
            </a:r>
            <a:r>
              <a:rPr lang="en-US" err="1"/>
              <a:t>rubrik</a:t>
            </a:r>
            <a:r>
              <a:rPr lang="en-US"/>
              <a:t> </a:t>
            </a:r>
            <a:endParaRPr lang="sv-SE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2BEFC230-7013-4E75-BA87-2ECE3B4273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3367" y="1864728"/>
            <a:ext cx="9001126" cy="390424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40003B68-3286-4446-B873-6DFBA70271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11" name="Platshållare för sidfot 4">
            <a:extLst>
              <a:ext uri="{FF2B5EF4-FFF2-40B4-BE49-F238E27FC236}">
                <a16:creationId xmlns:a16="http://schemas.microsoft.com/office/drawing/2014/main" id="{B3B03CAC-C32D-486A-A42F-49766A921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2" name="Platshållare för bildnummer 5">
            <a:extLst>
              <a:ext uri="{FF2B5EF4-FFF2-40B4-BE49-F238E27FC236}">
                <a16:creationId xmlns:a16="http://schemas.microsoft.com/office/drawing/2014/main" id="{3CE78B0A-FE15-4399-9DE6-0769B029B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61082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Överrubrik, huvudrubrik,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5018021-7530-4DA5-A360-6A6040EDFC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57696" y="542260"/>
            <a:ext cx="5578617" cy="54676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800" b="0">
                <a:solidFill>
                  <a:srgbClr val="4B258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Lägg till presentationstitel, kapitelrubrik eller överrubrik</a:t>
            </a:r>
            <a:endParaRPr lang="en-US"/>
          </a:p>
        </p:txBody>
      </p:sp>
      <p:sp>
        <p:nvSpPr>
          <p:cNvPr id="11" name="Platshållare för rubrik 1">
            <a:extLst>
              <a:ext uri="{FF2B5EF4-FFF2-40B4-BE49-F238E27FC236}">
                <a16:creationId xmlns:a16="http://schemas.microsoft.com/office/drawing/2014/main" id="{50ADCE81-D8BD-4397-B6D9-56713E91DD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7696" y="1165865"/>
            <a:ext cx="5578617" cy="103794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sz="30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err="1"/>
              <a:t>Lägg</a:t>
            </a:r>
            <a:r>
              <a:rPr lang="en-US"/>
              <a:t> till </a:t>
            </a:r>
            <a:r>
              <a:rPr lang="en-US" err="1"/>
              <a:t>rubrik</a:t>
            </a:r>
            <a:endParaRPr lang="sv-SE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BEAF3689-8A0E-452E-BD8A-EA7C716DF0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8699" y="2263502"/>
            <a:ext cx="5743017" cy="359627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D74089-4FA1-4CE6-BCD2-D73CCF91452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4917017" cy="6333481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6" name="Platshållare för text 11">
            <a:extLst>
              <a:ext uri="{FF2B5EF4-FFF2-40B4-BE49-F238E27FC236}">
                <a16:creationId xmlns:a16="http://schemas.microsoft.com/office/drawing/2014/main" id="{032A70E0-A9F1-4CB5-B0C4-06DBA243F9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88667" y="5877008"/>
            <a:ext cx="5745080" cy="2290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i="1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Bildkälla: Fotograf Namn </a:t>
            </a:r>
            <a:r>
              <a:rPr lang="sv-SE" err="1"/>
              <a:t>Namnsson</a:t>
            </a:r>
            <a:endParaRPr lang="sv-SE"/>
          </a:p>
        </p:txBody>
      </p:sp>
      <p:sp>
        <p:nvSpPr>
          <p:cNvPr id="12" name="Platshållare för datum 3">
            <a:extLst>
              <a:ext uri="{FF2B5EF4-FFF2-40B4-BE49-F238E27FC236}">
                <a16:creationId xmlns:a16="http://schemas.microsoft.com/office/drawing/2014/main" id="{D2BE9A93-2A75-48FE-9808-8C79AF0738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16" name="Platshållare för sidfot 4">
            <a:extLst>
              <a:ext uri="{FF2B5EF4-FFF2-40B4-BE49-F238E27FC236}">
                <a16:creationId xmlns:a16="http://schemas.microsoft.com/office/drawing/2014/main" id="{4119BC75-3270-4C49-B4DC-2CB4F1F2B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7" name="Platshållare för bildnummer 5">
            <a:extLst>
              <a:ext uri="{FF2B5EF4-FFF2-40B4-BE49-F238E27FC236}">
                <a16:creationId xmlns:a16="http://schemas.microsoft.com/office/drawing/2014/main" id="{CD0099C3-00DD-46C1-82BA-E02DAD6EB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Överrubrik,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rubrik 1">
            <a:extLst>
              <a:ext uri="{FF2B5EF4-FFF2-40B4-BE49-F238E27FC236}">
                <a16:creationId xmlns:a16="http://schemas.microsoft.com/office/drawing/2014/main" id="{F7DC3862-EBAE-453B-A27E-B81DA94950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7695" y="542260"/>
            <a:ext cx="5578618" cy="54676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 sz="1800" b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Lägg till presentationstitel, kapitelrubrik eller överrubrik</a:t>
            </a:r>
            <a:endParaRPr lang="en-US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13762E24-B82F-4180-863E-40AF0A9D1B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77224" y="1520826"/>
            <a:ext cx="5744491" cy="42481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D74089-4FA1-4CE6-BCD2-D73CCF91452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4232" y="3"/>
            <a:ext cx="4921249" cy="632840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6" name="Platshållare för text 11">
            <a:extLst>
              <a:ext uri="{FF2B5EF4-FFF2-40B4-BE49-F238E27FC236}">
                <a16:creationId xmlns:a16="http://schemas.microsoft.com/office/drawing/2014/main" id="{84D67DB7-55AB-4322-83CC-5F83B98271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88667" y="5877008"/>
            <a:ext cx="5745080" cy="2290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i="1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Bildkälla: Fotograf Namn </a:t>
            </a:r>
            <a:r>
              <a:rPr lang="sv-SE" err="1"/>
              <a:t>Namnsson</a:t>
            </a:r>
            <a:endParaRPr lang="sv-SE"/>
          </a:p>
        </p:txBody>
      </p:sp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A70D00E8-01BE-462E-B520-D6BE71579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10" name="Platshållare för sidfot 4">
            <a:extLst>
              <a:ext uri="{FF2B5EF4-FFF2-40B4-BE49-F238E27FC236}">
                <a16:creationId xmlns:a16="http://schemas.microsoft.com/office/drawing/2014/main" id="{9C8E7279-32A4-4081-A5F3-BFC489F360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4" name="Platshållare för bildnummer 5">
            <a:extLst>
              <a:ext uri="{FF2B5EF4-FFF2-40B4-BE49-F238E27FC236}">
                <a16:creationId xmlns:a16="http://schemas.microsoft.com/office/drawing/2014/main" id="{DDD66C7E-4FFB-4B52-82AA-CBA097CF6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10135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A7B94-8C94-4C29-9FC5-4F685E2DBA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5689" y="597976"/>
            <a:ext cx="9001124" cy="49121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800" b="0">
                <a:solidFill>
                  <a:srgbClr val="4B258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Lägg till presentationstitel, kapitelrubrik eller överrubrik</a:t>
            </a:r>
            <a:endParaRPr lang="en-US"/>
          </a:p>
        </p:txBody>
      </p:sp>
      <p:sp>
        <p:nvSpPr>
          <p:cNvPr id="13" name="Platshållare för rubrik 1">
            <a:extLst>
              <a:ext uri="{FF2B5EF4-FFF2-40B4-BE49-F238E27FC236}">
                <a16:creationId xmlns:a16="http://schemas.microsoft.com/office/drawing/2014/main" id="{B7811F14-D9A4-42B3-A641-19CF60CF19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1303714"/>
            <a:ext cx="9001124" cy="75596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sz="30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err="1"/>
              <a:t>Lägg</a:t>
            </a:r>
            <a:r>
              <a:rPr lang="en-US"/>
              <a:t> till </a:t>
            </a:r>
            <a:r>
              <a:rPr lang="en-US" err="1"/>
              <a:t>rubrik</a:t>
            </a:r>
            <a:endParaRPr lang="sv-SE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960766-C981-4BDC-8E0F-E297B6D08E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6861" y="2258281"/>
            <a:ext cx="4479389" cy="333182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 sz="1800" b="1"/>
            </a:lvl1pPr>
            <a:lvl2pPr>
              <a:buFont typeface="Arial" panose="020B0604020202020204" pitchFamily="34" charset="0"/>
              <a:buChar char="•"/>
              <a:defRPr sz="1400"/>
            </a:lvl2pPr>
            <a:lvl3pPr>
              <a:buFont typeface="Arial" panose="020B0604020202020204" pitchFamily="34" charset="0"/>
              <a:buChar char="•"/>
              <a:defRPr sz="1200"/>
            </a:lvl3pPr>
            <a:lvl4pPr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Underrubrik eller undertext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C1B3B9A5-B180-421A-B983-55BE4F63DF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97727" y="2696947"/>
            <a:ext cx="4585405" cy="314822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4A6ED114-18DF-4C5D-A13D-26DB364DFC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79695" y="2254270"/>
            <a:ext cx="4616868" cy="333182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 sz="1800" b="1"/>
            </a:lvl1pPr>
            <a:lvl2pPr>
              <a:buFont typeface="Arial" panose="020B0604020202020204" pitchFamily="34" charset="0"/>
              <a:buChar char="•"/>
              <a:defRPr sz="1400"/>
            </a:lvl2pPr>
            <a:lvl3pPr>
              <a:buFont typeface="Arial" panose="020B0604020202020204" pitchFamily="34" charset="0"/>
              <a:buChar char="•"/>
              <a:defRPr sz="1200"/>
            </a:lvl3pPr>
            <a:lvl4pPr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Underrubrik eller undertext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D9D026D-646E-4AE9-AAB5-183866ADA0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1159" y="2696946"/>
            <a:ext cx="4585405" cy="314822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11" name="Platshållare för datum 3">
            <a:extLst>
              <a:ext uri="{FF2B5EF4-FFF2-40B4-BE49-F238E27FC236}">
                <a16:creationId xmlns:a16="http://schemas.microsoft.com/office/drawing/2014/main" id="{FF05E634-4DAF-4AFD-B5D2-5DC73D4BEE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16" name="Platshållare för sidfot 4">
            <a:extLst>
              <a:ext uri="{FF2B5EF4-FFF2-40B4-BE49-F238E27FC236}">
                <a16:creationId xmlns:a16="http://schemas.microsoft.com/office/drawing/2014/main" id="{98127ADE-9C99-411C-9C94-CF79B32C54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7" name="Platshållare för bildnummer 5">
            <a:extLst>
              <a:ext uri="{FF2B5EF4-FFF2-40B4-BE49-F238E27FC236}">
                <a16:creationId xmlns:a16="http://schemas.microsoft.com/office/drawing/2014/main" id="{83C7D731-5C49-4009-8DED-5C7B0D06E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17138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Överrubrik, huvudrubrik, bild hö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5018021-7530-4DA5-A360-6A6040EDFC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55687" y="541056"/>
            <a:ext cx="5563772" cy="546766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800" b="0">
                <a:solidFill>
                  <a:srgbClr val="4B258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Lägg till presentationstitel, kapitelrubrik eller överrubrik</a:t>
            </a:r>
            <a:endParaRPr lang="en-US"/>
          </a:p>
        </p:txBody>
      </p:sp>
      <p:sp>
        <p:nvSpPr>
          <p:cNvPr id="11" name="Platshållare för rubrik 1">
            <a:extLst>
              <a:ext uri="{FF2B5EF4-FFF2-40B4-BE49-F238E27FC236}">
                <a16:creationId xmlns:a16="http://schemas.microsoft.com/office/drawing/2014/main" id="{50ADCE81-D8BD-4397-B6D9-56713E91DD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1215259"/>
            <a:ext cx="5563771" cy="94282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sz="30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err="1"/>
              <a:t>Lägg</a:t>
            </a:r>
            <a:r>
              <a:rPr lang="en-US"/>
              <a:t> till </a:t>
            </a:r>
            <a:r>
              <a:rPr lang="en-US" err="1"/>
              <a:t>rubrik</a:t>
            </a:r>
            <a:endParaRPr lang="sv-SE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640D188-FA4A-4363-A624-4981761BDE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5445" y="2263501"/>
            <a:ext cx="5524014" cy="359049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D74089-4FA1-4CE6-BCD2-D73CCF91452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74984" y="2"/>
            <a:ext cx="4917017" cy="6329236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6" name="Platshållare för text 11">
            <a:extLst>
              <a:ext uri="{FF2B5EF4-FFF2-40B4-BE49-F238E27FC236}">
                <a16:creationId xmlns:a16="http://schemas.microsoft.com/office/drawing/2014/main" id="{9D09DFC6-FCCF-40CD-91C8-BDD6A48679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4874" y="5931150"/>
            <a:ext cx="5528507" cy="22901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i="1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Bildkälla: Fotograf Namn </a:t>
            </a:r>
            <a:r>
              <a:rPr lang="sv-SE" err="1"/>
              <a:t>Namnsson</a:t>
            </a:r>
            <a:endParaRPr lang="sv-SE"/>
          </a:p>
        </p:txBody>
      </p:sp>
      <p:sp>
        <p:nvSpPr>
          <p:cNvPr id="12" name="Platshållare för datum 3">
            <a:extLst>
              <a:ext uri="{FF2B5EF4-FFF2-40B4-BE49-F238E27FC236}">
                <a16:creationId xmlns:a16="http://schemas.microsoft.com/office/drawing/2014/main" id="{B6E11A6C-FDC1-4966-A4B3-43B345DD5B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16" name="Platshållare för sidfot 4">
            <a:extLst>
              <a:ext uri="{FF2B5EF4-FFF2-40B4-BE49-F238E27FC236}">
                <a16:creationId xmlns:a16="http://schemas.microsoft.com/office/drawing/2014/main" id="{DE97754E-E0E2-4160-9917-E45688DB51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7" name="Platshållare för bildnummer 5">
            <a:extLst>
              <a:ext uri="{FF2B5EF4-FFF2-40B4-BE49-F238E27FC236}">
                <a16:creationId xmlns:a16="http://schemas.microsoft.com/office/drawing/2014/main" id="{65370CDA-9133-434D-958E-898938F96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901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Överrubrik, bild hö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rubrik 1">
            <a:extLst>
              <a:ext uri="{FF2B5EF4-FFF2-40B4-BE49-F238E27FC236}">
                <a16:creationId xmlns:a16="http://schemas.microsoft.com/office/drawing/2014/main" id="{00D08DF0-36D6-4EF6-8850-B15CB458D7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541056"/>
            <a:ext cx="5578618" cy="54676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 sz="1800" b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Lägg till presentationstitel, kapitelrubrik eller överrubrik</a:t>
            </a:r>
            <a:endParaRPr lang="en-US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188017B0-2C92-4D98-8355-ACFDB69ADE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3366" y="1520826"/>
            <a:ext cx="5550939" cy="42481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D74089-4FA1-4CE6-BCD2-D73CCF91452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74984" y="2"/>
            <a:ext cx="4917017" cy="633094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6" name="Platshållare för text 11">
            <a:extLst>
              <a:ext uri="{FF2B5EF4-FFF2-40B4-BE49-F238E27FC236}">
                <a16:creationId xmlns:a16="http://schemas.microsoft.com/office/drawing/2014/main" id="{046E01C1-96FA-4281-9DB9-BD8AA54836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4874" y="5931150"/>
            <a:ext cx="5528507" cy="22901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i="1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Bildkälla: Fotograf Namn </a:t>
            </a:r>
            <a:r>
              <a:rPr lang="sv-SE" err="1"/>
              <a:t>Namnsson</a:t>
            </a:r>
            <a:endParaRPr lang="sv-SE"/>
          </a:p>
        </p:txBody>
      </p:sp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FC8F2930-09F4-41DC-AE41-C0060E024C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10" name="Platshållare för sidfot 4">
            <a:extLst>
              <a:ext uri="{FF2B5EF4-FFF2-40B4-BE49-F238E27FC236}">
                <a16:creationId xmlns:a16="http://schemas.microsoft.com/office/drawing/2014/main" id="{A9848A47-C493-4B74-8AED-33F5C11A9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4" name="Platshållare för bildnummer 5">
            <a:extLst>
              <a:ext uri="{FF2B5EF4-FFF2-40B4-BE49-F238E27FC236}">
                <a16:creationId xmlns:a16="http://schemas.microsoft.com/office/drawing/2014/main" id="{56AEA612-40A0-4EAF-9BA6-FC3F156E0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65541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rubrik 1">
            <a:extLst>
              <a:ext uri="{FF2B5EF4-FFF2-40B4-BE49-F238E27FC236}">
                <a16:creationId xmlns:a16="http://schemas.microsoft.com/office/drawing/2014/main" id="{6B430ED1-9925-4DB5-9CDD-5FD97EEF5D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541056"/>
            <a:ext cx="9006689" cy="54676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 sz="1800" b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Lägg till presentationstitel, kapitelrubrik eller överrubrik</a:t>
            </a:r>
            <a:endParaRPr lang="en-US"/>
          </a:p>
        </p:txBody>
      </p:sp>
      <p:sp>
        <p:nvSpPr>
          <p:cNvPr id="3" name="Platshållare för tabell 2">
            <a:extLst>
              <a:ext uri="{FF2B5EF4-FFF2-40B4-BE49-F238E27FC236}">
                <a16:creationId xmlns:a16="http://schemas.microsoft.com/office/drawing/2014/main" id="{F8259EC0-03AE-4BC6-98ED-B0C9588A61A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1089360" y="1520825"/>
            <a:ext cx="9501188" cy="424935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600"/>
            </a:lvl1pPr>
          </a:lstStyle>
          <a:p>
            <a:r>
              <a:rPr lang="sv-SE"/>
              <a:t>Klicka på ikonen för att lägga till en tabell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F5AC232F-6B51-4BCC-A47C-6588CA00F0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11" name="Platshållare för sidfot 4">
            <a:extLst>
              <a:ext uri="{FF2B5EF4-FFF2-40B4-BE49-F238E27FC236}">
                <a16:creationId xmlns:a16="http://schemas.microsoft.com/office/drawing/2014/main" id="{D83EA865-03CD-4B59-BB82-B2E85EF36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2" name="Platshållare för bildnummer 5">
            <a:extLst>
              <a:ext uri="{FF2B5EF4-FFF2-40B4-BE49-F238E27FC236}">
                <a16:creationId xmlns:a16="http://schemas.microsoft.com/office/drawing/2014/main" id="{955D49D8-2033-4FF5-8DE8-F2CF1B5D5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89869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håll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rubrik 1">
            <a:extLst>
              <a:ext uri="{FF2B5EF4-FFF2-40B4-BE49-F238E27FC236}">
                <a16:creationId xmlns:a16="http://schemas.microsoft.com/office/drawing/2014/main" id="{6B430ED1-9925-4DB5-9CDD-5FD97EEF5D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541056"/>
            <a:ext cx="9006689" cy="54676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 sz="1800" b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Lägg till presentationstitel, kapitelrubrik eller överrubrik</a:t>
            </a:r>
            <a:endParaRPr lang="en-US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9B9CDC1D-46A9-4525-90FA-225636AE233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9025" y="1520825"/>
            <a:ext cx="9507538" cy="424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sv-SE"/>
              <a:t>Klicka på en ikon för att infoga innehåll</a:t>
            </a:r>
          </a:p>
        </p:txBody>
      </p:sp>
      <p:sp>
        <p:nvSpPr>
          <p:cNvPr id="7" name="Platshållare för text 11">
            <a:extLst>
              <a:ext uri="{FF2B5EF4-FFF2-40B4-BE49-F238E27FC236}">
                <a16:creationId xmlns:a16="http://schemas.microsoft.com/office/drawing/2014/main" id="{A2431A35-0296-4B68-8A6D-4156581743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9025" y="5877008"/>
            <a:ext cx="5745080" cy="2290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i="1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Bildkälla: Fotograf Namn </a:t>
            </a:r>
            <a:r>
              <a:rPr lang="sv-SE" err="1"/>
              <a:t>Namnsson</a:t>
            </a:r>
            <a:endParaRPr lang="sv-SE"/>
          </a:p>
        </p:txBody>
      </p:sp>
      <p:sp>
        <p:nvSpPr>
          <p:cNvPr id="8" name="Platshållare för datum 3">
            <a:extLst>
              <a:ext uri="{FF2B5EF4-FFF2-40B4-BE49-F238E27FC236}">
                <a16:creationId xmlns:a16="http://schemas.microsoft.com/office/drawing/2014/main" id="{B04B7C00-3049-4D49-9064-264C938EBA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9" name="Platshållare för sidfot 4">
            <a:extLst>
              <a:ext uri="{FF2B5EF4-FFF2-40B4-BE49-F238E27FC236}">
                <a16:creationId xmlns:a16="http://schemas.microsoft.com/office/drawing/2014/main" id="{DE550717-E9E9-4868-BD49-0B8F4C012B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0" name="Platshållare för bildnummer 5">
            <a:extLst>
              <a:ext uri="{FF2B5EF4-FFF2-40B4-BE49-F238E27FC236}">
                <a16:creationId xmlns:a16="http://schemas.microsoft.com/office/drawing/2014/main" id="{50489398-E4EC-4DFA-8FF0-27655CC9D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32865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tshållare för datum 3">
            <a:extLst>
              <a:ext uri="{FF2B5EF4-FFF2-40B4-BE49-F238E27FC236}">
                <a16:creationId xmlns:a16="http://schemas.microsoft.com/office/drawing/2014/main" id="{A26ACB75-FFAD-434A-AC2E-94CB7F860F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12" name="Platshållare för sidfot 4">
            <a:extLst>
              <a:ext uri="{FF2B5EF4-FFF2-40B4-BE49-F238E27FC236}">
                <a16:creationId xmlns:a16="http://schemas.microsoft.com/office/drawing/2014/main" id="{5E697336-EFA3-469A-AB45-9009A8B163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3" name="Platshållare för bildnummer 5">
            <a:extLst>
              <a:ext uri="{FF2B5EF4-FFF2-40B4-BE49-F238E27FC236}">
                <a16:creationId xmlns:a16="http://schemas.microsoft.com/office/drawing/2014/main" id="{AE424039-02B9-4719-B252-124AD1CEE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377195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5">
            <a:extLst>
              <a:ext uri="{FF2B5EF4-FFF2-40B4-BE49-F238E27FC236}">
                <a16:creationId xmlns:a16="http://schemas.microsoft.com/office/drawing/2014/main" id="{B586BC6E-FD26-40CB-AE21-FC3349F1C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-50801" y="-50800"/>
            <a:ext cx="12242799" cy="6908800"/>
          </a:xfrm>
          <a:prstGeom prst="rect">
            <a:avLst/>
          </a:prstGeom>
        </p:spPr>
      </p:pic>
      <p:pic>
        <p:nvPicPr>
          <p:cNvPr id="3" name="Picture 15" descr="Högskolan Dalarna logotyp">
            <a:extLst>
              <a:ext uri="{FF2B5EF4-FFF2-40B4-BE49-F238E27FC236}">
                <a16:creationId xmlns:a16="http://schemas.microsoft.com/office/drawing/2014/main" id="{54C6E929-CAB5-4978-BED6-391886C0AB5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653" y="299613"/>
            <a:ext cx="2298973" cy="728781"/>
          </a:xfrm>
          <a:prstGeom prst="rect">
            <a:avLst/>
          </a:prstGeom>
        </p:spPr>
      </p:pic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073F16A0-84FF-42CC-8F59-E615FAB377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7661" y="411308"/>
            <a:ext cx="7729423" cy="491357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/>
              <a:t>Föreläsning Datum Kod Benämning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B00F33A7-C5B6-46A1-98E0-08C020982C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1861" y="4469896"/>
            <a:ext cx="8415223" cy="1143045"/>
          </a:xfrm>
          <a:prstGeom prst="rect">
            <a:avLst/>
          </a:prstGeom>
        </p:spPr>
        <p:txBody>
          <a:bodyPr anchor="b" anchorCtr="0"/>
          <a:lstStyle>
            <a:lvl1pPr algn="r">
              <a:defRPr sz="3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/>
              <a:t>Titel på presentationen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FDC3E486-E293-4EA6-A2FC-079C8181DA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61862" y="5775650"/>
            <a:ext cx="8415224" cy="257401"/>
          </a:xfrm>
          <a:prstGeom prst="rect">
            <a:avLst/>
          </a:prstGeom>
        </p:spPr>
        <p:txBody>
          <a:bodyPr anchor="t" anchorCtr="0"/>
          <a:lstStyle>
            <a:lvl1pPr marL="0" indent="0" algn="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/>
              <a:t>Namn </a:t>
            </a:r>
            <a:r>
              <a:rPr lang="sv-SE" err="1"/>
              <a:t>Namnsson</a:t>
            </a:r>
            <a:r>
              <a:rPr lang="sv-SE"/>
              <a:t>, din titel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5976514E-A48F-459A-9910-E8184926060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50801" y="1245059"/>
            <a:ext cx="12242801" cy="2919436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15" name="Platshållare för text 7">
            <a:extLst>
              <a:ext uri="{FF2B5EF4-FFF2-40B4-BE49-F238E27FC236}">
                <a16:creationId xmlns:a16="http://schemas.microsoft.com/office/drawing/2014/main" id="{21211197-22C2-487C-808B-6829BCCC81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230" y="4234698"/>
            <a:ext cx="4722478" cy="2290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sv-SE"/>
              <a:t>Bildkälla: Fotograf Namn </a:t>
            </a:r>
            <a:r>
              <a:rPr lang="sv-SE" err="1"/>
              <a:t>Namnsson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54253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Innehållsförteck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A82ED3C4-17BC-43B6-B922-20790B11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800"/>
          </a:p>
        </p:txBody>
      </p:sp>
      <p:pic>
        <p:nvPicPr>
          <p:cNvPr id="2" name="Picture 15">
            <a:extLst>
              <a:ext uri="{FF2B5EF4-FFF2-40B4-BE49-F238E27FC236}">
                <a16:creationId xmlns:a16="http://schemas.microsoft.com/office/drawing/2014/main" id="{9BBA0C1A-542B-469A-AE0A-7ACD9AF33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653" y="299613"/>
            <a:ext cx="2298973" cy="728781"/>
          </a:xfrm>
          <a:prstGeom prst="rect">
            <a:avLst/>
          </a:prstGeom>
        </p:spPr>
      </p:pic>
      <p:sp>
        <p:nvSpPr>
          <p:cNvPr id="37" name="Title 1">
            <a:extLst>
              <a:ext uri="{FF2B5EF4-FFF2-40B4-BE49-F238E27FC236}">
                <a16:creationId xmlns:a16="http://schemas.microsoft.com/office/drawing/2014/main" id="{B00F33A7-C5B6-46A1-98E0-08C020982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9" y="1089025"/>
            <a:ext cx="5360948" cy="1030962"/>
          </a:xfrm>
          <a:prstGeom prst="rect">
            <a:avLst/>
          </a:prstGeom>
        </p:spPr>
        <p:txBody>
          <a:bodyPr anchor="ctr" anchorCtr="0"/>
          <a:lstStyle>
            <a:lvl1pPr algn="l">
              <a:defRPr sz="3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sv-SE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FDC3E486-E293-4EA6-A2FC-079C8181DA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85505" y="2228760"/>
            <a:ext cx="5360947" cy="3744919"/>
          </a:xfrm>
          <a:prstGeom prst="rect">
            <a:avLst/>
          </a:prstGeom>
        </p:spPr>
        <p:txBody>
          <a:bodyPr anchor="t" anchorCtr="0"/>
          <a:lstStyle>
            <a:lvl1pPr marL="228600" indent="-228600" algn="l">
              <a:lnSpc>
                <a:spcPct val="100000"/>
              </a:lnSpc>
              <a:buFont typeface="+mj-lt"/>
              <a:buAutoNum type="arabicPeriod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 typeface="Arial" panose="020B0604020202020204" pitchFamily="34" charset="0"/>
              <a:buChar char="•"/>
              <a:defRPr sz="160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 Nivå 2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B11CA43-E867-4053-A228-DB91F471C5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74984" y="0"/>
            <a:ext cx="4917017" cy="68580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00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sv-SE"/>
              <a:t>Klicka på ikonen för att lägga till en bild</a:t>
            </a:r>
          </a:p>
        </p:txBody>
      </p:sp>
      <p:sp>
        <p:nvSpPr>
          <p:cNvPr id="7" name="Platshållare för text 11">
            <a:extLst>
              <a:ext uri="{FF2B5EF4-FFF2-40B4-BE49-F238E27FC236}">
                <a16:creationId xmlns:a16="http://schemas.microsoft.com/office/drawing/2014/main" id="{CD9ABB33-73CE-449A-824C-7EE2B01A49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2843" y="6021386"/>
            <a:ext cx="5372100" cy="22901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i="1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Bildkälla: Fotograf Namn </a:t>
            </a:r>
            <a:r>
              <a:rPr lang="sv-SE" err="1"/>
              <a:t>Namnsson</a:t>
            </a:r>
            <a:endParaRPr lang="sv-SE"/>
          </a:p>
        </p:txBody>
      </p:sp>
      <p:sp>
        <p:nvSpPr>
          <p:cNvPr id="11" name="Platshållare för datum 3">
            <a:extLst>
              <a:ext uri="{FF2B5EF4-FFF2-40B4-BE49-F238E27FC236}">
                <a16:creationId xmlns:a16="http://schemas.microsoft.com/office/drawing/2014/main" id="{60894633-4897-4C38-B5E1-DD39DFD690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15" name="Platshållare för sidfot 4">
            <a:extLst>
              <a:ext uri="{FF2B5EF4-FFF2-40B4-BE49-F238E27FC236}">
                <a16:creationId xmlns:a16="http://schemas.microsoft.com/office/drawing/2014/main" id="{9754DD30-C97D-4470-9A0A-F3B6B61E91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7" name="Platshållare för bildnummer 5">
            <a:extLst>
              <a:ext uri="{FF2B5EF4-FFF2-40B4-BE49-F238E27FC236}">
                <a16:creationId xmlns:a16="http://schemas.microsoft.com/office/drawing/2014/main" id="{59C10E4F-5C41-4783-9391-6164F5C59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35858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Innehållsförteckning al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>
            <a:extLst>
              <a:ext uri="{FF2B5EF4-FFF2-40B4-BE49-F238E27FC236}">
                <a16:creationId xmlns:a16="http://schemas.microsoft.com/office/drawing/2014/main" id="{B00F33A7-C5B6-46A1-98E0-08C020982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1089025"/>
            <a:ext cx="5360947" cy="1030962"/>
          </a:xfrm>
          <a:prstGeom prst="rect">
            <a:avLst/>
          </a:prstGeom>
        </p:spPr>
        <p:txBody>
          <a:bodyPr anchor="ctr" anchorCtr="0"/>
          <a:lstStyle>
            <a:lvl1pPr algn="l">
              <a:defRPr sz="30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sv-SE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FDC3E486-E293-4EA6-A2FC-079C8181DA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85505" y="2228760"/>
            <a:ext cx="5360947" cy="3744919"/>
          </a:xfrm>
          <a:prstGeom prst="rect">
            <a:avLst/>
          </a:prstGeom>
        </p:spPr>
        <p:txBody>
          <a:bodyPr anchor="t" anchorCtr="0"/>
          <a:lstStyle>
            <a:lvl1pPr marL="228600" indent="-228600" algn="l">
              <a:lnSpc>
                <a:spcPct val="1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 typeface="Arial" panose="020B0604020202020204" pitchFamily="34" charset="0"/>
              <a:buChar char="•"/>
              <a:defRPr sz="1600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 Nivå 2</a:t>
            </a:r>
          </a:p>
          <a:p>
            <a:pPr lvl="0"/>
            <a:endParaRPr lang="sv-SE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B11CA43-E867-4053-A228-DB91F471C5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74984" y="2"/>
            <a:ext cx="4917017" cy="6331152"/>
          </a:xfrm>
          <a:prstGeom prst="rect">
            <a:avLst/>
          </a:prstGeom>
        </p:spPr>
        <p:txBody>
          <a:bodyPr/>
          <a:lstStyle>
            <a:lvl1pPr>
              <a:buNone/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sv-SE"/>
              <a:t>Klicka på ikonen för att lägga till en bild</a:t>
            </a:r>
          </a:p>
        </p:txBody>
      </p:sp>
      <p:sp>
        <p:nvSpPr>
          <p:cNvPr id="4" name="Rektangel 8">
            <a:extLst>
              <a:ext uri="{FF2B5EF4-FFF2-40B4-BE49-F238E27FC236}">
                <a16:creationId xmlns:a16="http://schemas.microsoft.com/office/drawing/2014/main" id="{75DE9293-C009-4846-B59E-4871D6A8A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31154"/>
            <a:ext cx="12192000" cy="526847"/>
          </a:xfrm>
          <a:prstGeom prst="rect">
            <a:avLst/>
          </a:prstGeom>
          <a:gradFill flip="none" rotWithShape="1">
            <a:gsLst>
              <a:gs pos="0">
                <a:srgbClr val="E50076"/>
              </a:gs>
              <a:gs pos="100000">
                <a:srgbClr val="4B2582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800"/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2D654718-1398-43C1-8FCA-468A7BE56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1522" y="6341093"/>
            <a:ext cx="1532879" cy="485927"/>
          </a:xfrm>
          <a:prstGeom prst="rect">
            <a:avLst/>
          </a:prstGeom>
        </p:spPr>
      </p:pic>
      <p:sp>
        <p:nvSpPr>
          <p:cNvPr id="8" name="Platshållare för text 11">
            <a:extLst>
              <a:ext uri="{FF2B5EF4-FFF2-40B4-BE49-F238E27FC236}">
                <a16:creationId xmlns:a16="http://schemas.microsoft.com/office/drawing/2014/main" id="{1ED71AFC-BB52-411A-9A7F-E9D1434E03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2842" y="6021386"/>
            <a:ext cx="5372100" cy="22901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i="1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Bildkälla: Fotograf Namn </a:t>
            </a:r>
            <a:r>
              <a:rPr lang="sv-SE" err="1"/>
              <a:t>Namnsson</a:t>
            </a:r>
            <a:endParaRPr lang="sv-SE"/>
          </a:p>
        </p:txBody>
      </p:sp>
      <p:sp>
        <p:nvSpPr>
          <p:cNvPr id="15" name="Platshållare för datum 3">
            <a:extLst>
              <a:ext uri="{FF2B5EF4-FFF2-40B4-BE49-F238E27FC236}">
                <a16:creationId xmlns:a16="http://schemas.microsoft.com/office/drawing/2014/main" id="{0FE8B823-F42B-4B2A-97AC-DCF00AE19F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17" name="Platshållare för sidfot 4">
            <a:extLst>
              <a:ext uri="{FF2B5EF4-FFF2-40B4-BE49-F238E27FC236}">
                <a16:creationId xmlns:a16="http://schemas.microsoft.com/office/drawing/2014/main" id="{A5860A82-D2C0-44E5-8F2A-A84C4E8A6E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8" name="Platshållare för bildnummer 5">
            <a:extLst>
              <a:ext uri="{FF2B5EF4-FFF2-40B4-BE49-F238E27FC236}">
                <a16:creationId xmlns:a16="http://schemas.microsoft.com/office/drawing/2014/main" id="{E7EAA475-100D-4538-8535-E389B9C70E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53064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22DF072-952E-4E77-B991-150C9900C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17017" y="1269281"/>
            <a:ext cx="7274983" cy="4319437"/>
          </a:xfrm>
          <a:prstGeom prst="rect">
            <a:avLst/>
          </a:prstGeom>
          <a:solidFill>
            <a:srgbClr val="4B25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800" b="1">
              <a:ln>
                <a:noFill/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09DCF4A-8636-4501-91D7-07EBBD2AF1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94514" y="2208084"/>
            <a:ext cx="5522774" cy="321671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18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Möjlighet att infoga presentationstitel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713244-5CE2-4D7F-A2A6-0D758D3CBE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4513" y="2714896"/>
            <a:ext cx="5522775" cy="1325563"/>
          </a:xfrm>
          <a:prstGeom prst="rect">
            <a:avLst/>
          </a:prstGeom>
        </p:spPr>
        <p:txBody>
          <a:bodyPr anchor="ctr" anchorCtr="0"/>
          <a:lstStyle>
            <a:lvl1pPr algn="ctr">
              <a:defRPr sz="3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err="1"/>
              <a:t>Lägg</a:t>
            </a:r>
            <a:r>
              <a:rPr lang="en-US"/>
              <a:t> till </a:t>
            </a:r>
            <a:r>
              <a:rPr lang="en-US" err="1"/>
              <a:t>kapitelrubrik</a:t>
            </a:r>
            <a:endParaRPr lang="sv-SE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A657175-9DCE-4E30-811C-CC129EC7B6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1269281"/>
            <a:ext cx="4917017" cy="4319437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sv-SE"/>
              <a:t>Klicka på ikonen för att lägga till en bild</a:t>
            </a:r>
          </a:p>
        </p:txBody>
      </p:sp>
      <p:pic>
        <p:nvPicPr>
          <p:cNvPr id="8" name="Picture 15">
            <a:extLst>
              <a:ext uri="{FF2B5EF4-FFF2-40B4-BE49-F238E27FC236}">
                <a16:creationId xmlns:a16="http://schemas.microsoft.com/office/drawing/2014/main" id="{3439C059-CDAA-4887-B677-06A3D7883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5085" y="1457847"/>
            <a:ext cx="1532879" cy="485927"/>
          </a:xfrm>
          <a:prstGeom prst="rect">
            <a:avLst/>
          </a:prstGeom>
        </p:spPr>
      </p:pic>
      <p:sp>
        <p:nvSpPr>
          <p:cNvPr id="9" name="Platshållare för text 11">
            <a:extLst>
              <a:ext uri="{FF2B5EF4-FFF2-40B4-BE49-F238E27FC236}">
                <a16:creationId xmlns:a16="http://schemas.microsoft.com/office/drawing/2014/main" id="{52DDB6A8-5C6E-4373-805D-661873B0C9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230" y="5660440"/>
            <a:ext cx="4722478" cy="2290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Bildkälla: Fotograf Namn </a:t>
            </a:r>
            <a:r>
              <a:rPr lang="sv-SE" err="1"/>
              <a:t>Namnsson</a:t>
            </a:r>
            <a:endParaRPr lang="sv-SE"/>
          </a:p>
        </p:txBody>
      </p:sp>
      <p:sp>
        <p:nvSpPr>
          <p:cNvPr id="12" name="Platshållare för datum 3">
            <a:extLst>
              <a:ext uri="{FF2B5EF4-FFF2-40B4-BE49-F238E27FC236}">
                <a16:creationId xmlns:a16="http://schemas.microsoft.com/office/drawing/2014/main" id="{59B1C48D-D187-4AAC-98DD-06A19A6991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13" name="Platshållare för sidfot 4">
            <a:extLst>
              <a:ext uri="{FF2B5EF4-FFF2-40B4-BE49-F238E27FC236}">
                <a16:creationId xmlns:a16="http://schemas.microsoft.com/office/drawing/2014/main" id="{4B24B195-C53B-4457-806D-07954724B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sv-SE"/>
          </a:p>
        </p:txBody>
      </p:sp>
      <p:sp>
        <p:nvSpPr>
          <p:cNvPr id="17" name="Platshållare för bildnummer 5">
            <a:extLst>
              <a:ext uri="{FF2B5EF4-FFF2-40B4-BE49-F238E27FC236}">
                <a16:creationId xmlns:a16="http://schemas.microsoft.com/office/drawing/2014/main" id="{01F58CCF-6110-4359-A44F-EF14090F62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tx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4311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ida al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2B4654F-8A8E-4C8F-9D2F-913DC9CB2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68413"/>
            <a:ext cx="12192000" cy="2304263"/>
          </a:xfrm>
          <a:prstGeom prst="rect">
            <a:avLst/>
          </a:prstGeom>
          <a:solidFill>
            <a:srgbClr val="4B25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800">
              <a:ln>
                <a:noFill/>
              </a:ln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9667ADF-311C-4439-BF93-6FAE493F93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45756" y="1703357"/>
            <a:ext cx="8325293" cy="314848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18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Möjlighet att infoga presentationstitel</a:t>
            </a:r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C641AC99-DD7E-46E1-87C4-A66F5CA3D17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5757" y="2133208"/>
            <a:ext cx="8325293" cy="969490"/>
          </a:xfrm>
          <a:prstGeom prst="rect">
            <a:avLst/>
          </a:prstGeom>
        </p:spPr>
        <p:txBody>
          <a:bodyPr anchor="ctr" anchorCtr="0"/>
          <a:lstStyle>
            <a:lvl1pPr algn="ctr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err="1"/>
              <a:t>Lägg</a:t>
            </a:r>
            <a:r>
              <a:rPr lang="en-US"/>
              <a:t> till </a:t>
            </a:r>
            <a:r>
              <a:rPr lang="en-US" err="1"/>
              <a:t>kapitelrubrik</a:t>
            </a:r>
            <a:endParaRPr lang="sv-S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B0BE3CB-9385-44C2-8E89-D42CB70B83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8022" y="3572677"/>
            <a:ext cx="3914275" cy="201517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7CC9D02-08F9-4424-A975-F411A1AE6B2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54905" y="3572677"/>
            <a:ext cx="3898232" cy="201517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FDA8EE72-474A-41E7-B1DD-1458B81EEF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01789" y="3572677"/>
            <a:ext cx="3890211" cy="201517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sv-SE"/>
              <a:t>Klicka på ikonen för att lägga till en bild</a:t>
            </a:r>
          </a:p>
        </p:txBody>
      </p:sp>
      <p:pic>
        <p:nvPicPr>
          <p:cNvPr id="11" name="Picture 15">
            <a:extLst>
              <a:ext uri="{FF2B5EF4-FFF2-40B4-BE49-F238E27FC236}">
                <a16:creationId xmlns:a16="http://schemas.microsoft.com/office/drawing/2014/main" id="{E1A83726-3799-43D9-ABAD-B193663C2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5085" y="1457847"/>
            <a:ext cx="1532879" cy="485927"/>
          </a:xfrm>
          <a:prstGeom prst="rect">
            <a:avLst/>
          </a:prstGeom>
        </p:spPr>
      </p:pic>
      <p:sp>
        <p:nvSpPr>
          <p:cNvPr id="10" name="Platshållare för text 11">
            <a:extLst>
              <a:ext uri="{FF2B5EF4-FFF2-40B4-BE49-F238E27FC236}">
                <a16:creationId xmlns:a16="http://schemas.microsoft.com/office/drawing/2014/main" id="{78D56C13-7D21-4184-A608-7A0284D46A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0229" y="5660441"/>
            <a:ext cx="6076033" cy="6221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Bildkälla: Fotograf Namn </a:t>
            </a:r>
            <a:r>
              <a:rPr lang="sv-SE" err="1"/>
              <a:t>Namnsson</a:t>
            </a:r>
            <a:endParaRPr lang="sv-SE"/>
          </a:p>
        </p:txBody>
      </p:sp>
      <p:sp>
        <p:nvSpPr>
          <p:cNvPr id="13" name="Platshållare för datum 3">
            <a:extLst>
              <a:ext uri="{FF2B5EF4-FFF2-40B4-BE49-F238E27FC236}">
                <a16:creationId xmlns:a16="http://schemas.microsoft.com/office/drawing/2014/main" id="{DDE126C0-3E43-4B20-A95F-CDC59181FE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14" name="Platshållare för sidfot 4">
            <a:extLst>
              <a:ext uri="{FF2B5EF4-FFF2-40B4-BE49-F238E27FC236}">
                <a16:creationId xmlns:a16="http://schemas.microsoft.com/office/drawing/2014/main" id="{5BCFD270-04BA-40FA-9025-C832FA353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sv-SE"/>
          </a:p>
        </p:txBody>
      </p:sp>
      <p:sp>
        <p:nvSpPr>
          <p:cNvPr id="19" name="Platshållare för bildnummer 5">
            <a:extLst>
              <a:ext uri="{FF2B5EF4-FFF2-40B4-BE49-F238E27FC236}">
                <a16:creationId xmlns:a16="http://schemas.microsoft.com/office/drawing/2014/main" id="{079E0596-C1A0-43FD-B5FD-78B7829F7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tx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14758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ida alt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>
            <a:extLst>
              <a:ext uri="{FF2B5EF4-FFF2-40B4-BE49-F238E27FC236}">
                <a16:creationId xmlns:a16="http://schemas.microsoft.com/office/drawing/2014/main" id="{A5853ECF-14E2-41D5-95E6-3A8D18023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18169"/>
            <a:ext cx="12192000" cy="3221665"/>
          </a:xfrm>
          <a:prstGeom prst="rect">
            <a:avLst/>
          </a:prstGeom>
          <a:solidFill>
            <a:srgbClr val="4B25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800">
              <a:ln>
                <a:noFill/>
              </a:ln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EBD3416-929A-49C9-89E3-0BC6E77135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67293" y="2722820"/>
            <a:ext cx="9356651" cy="381885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18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Möjlighet att infoga presentationstitel</a:t>
            </a:r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C641AC99-DD7E-46E1-87C4-A66F5CA3D17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7293" y="3302845"/>
            <a:ext cx="9356651" cy="952114"/>
          </a:xfrm>
          <a:prstGeom prst="rect">
            <a:avLst/>
          </a:prstGeom>
        </p:spPr>
        <p:txBody>
          <a:bodyPr anchor="t" anchorCtr="0"/>
          <a:lstStyle>
            <a:lvl1pPr algn="ctr"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err="1"/>
              <a:t>Lägg</a:t>
            </a:r>
            <a:r>
              <a:rPr lang="en-US"/>
              <a:t> till </a:t>
            </a:r>
            <a:r>
              <a:rPr lang="en-US" err="1"/>
              <a:t>kapitelrubrik</a:t>
            </a:r>
            <a:endParaRPr lang="sv-SE"/>
          </a:p>
        </p:txBody>
      </p:sp>
      <p:pic>
        <p:nvPicPr>
          <p:cNvPr id="9" name="Picture 15">
            <a:extLst>
              <a:ext uri="{FF2B5EF4-FFF2-40B4-BE49-F238E27FC236}">
                <a16:creationId xmlns:a16="http://schemas.microsoft.com/office/drawing/2014/main" id="{729DBF3C-ACE6-43F8-9F17-B494BE250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1522" y="2038753"/>
            <a:ext cx="1532879" cy="485927"/>
          </a:xfrm>
          <a:prstGeom prst="rect">
            <a:avLst/>
          </a:prstGeom>
        </p:spPr>
      </p:pic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CA9FF669-B500-42D4-9856-6671EA60F4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14" name="Platshållare för sidfot 4">
            <a:extLst>
              <a:ext uri="{FF2B5EF4-FFF2-40B4-BE49-F238E27FC236}">
                <a16:creationId xmlns:a16="http://schemas.microsoft.com/office/drawing/2014/main" id="{43615219-7C1B-4F74-813C-0ACFE5BB02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sv-SE"/>
          </a:p>
        </p:txBody>
      </p:sp>
      <p:sp>
        <p:nvSpPr>
          <p:cNvPr id="15" name="Platshållare för bildnummer 5">
            <a:extLst>
              <a:ext uri="{FF2B5EF4-FFF2-40B4-BE49-F238E27FC236}">
                <a16:creationId xmlns:a16="http://schemas.microsoft.com/office/drawing/2014/main" id="{70E327EB-170B-41D3-9A11-4A8609A65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tx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124947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lutningssida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D02EDFB6-A7C5-4127-9F54-5A1B9DFD8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5">
            <a:extLst>
              <a:ext uri="{FF2B5EF4-FFF2-40B4-BE49-F238E27FC236}">
                <a16:creationId xmlns:a16="http://schemas.microsoft.com/office/drawing/2014/main" id="{73D648AA-6D51-444B-864B-2015CBB6D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653" y="299613"/>
            <a:ext cx="2298973" cy="7287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5AC7B83-6516-4E30-947B-C3C66F1143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2034809"/>
            <a:ext cx="10115895" cy="1143045"/>
          </a:xfrm>
          <a:prstGeom prst="rect">
            <a:avLst/>
          </a:prstGeom>
        </p:spPr>
        <p:txBody>
          <a:bodyPr anchor="b" anchorCtr="0"/>
          <a:lstStyle>
            <a:lvl1pPr algn="ctr">
              <a:defRPr sz="3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/>
              <a:t>Tack för uppmärksamheten!</a:t>
            </a:r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7C41A051-4524-4B17-9336-39698D8F8E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94723" y="5009321"/>
            <a:ext cx="7374834" cy="759653"/>
          </a:xfrm>
          <a:prstGeom prst="rect">
            <a:avLst/>
          </a:prstGeom>
        </p:spPr>
        <p:txBody>
          <a:bodyPr anchor="t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/>
              <a:t>Namn, organisation, telefonnummer, e-postadress, webbadress etc.</a:t>
            </a:r>
          </a:p>
        </p:txBody>
      </p:sp>
    </p:spTree>
    <p:extLst>
      <p:ext uri="{BB962C8B-B14F-4D97-AF65-F5344CB8AC3E}">
        <p14:creationId xmlns:p14="http://schemas.microsoft.com/office/powerpoint/2010/main" val="7934789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lutnings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D02EDFB6-A7C5-4127-9F54-5A1B9DFD8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Bildobjekt 4" descr="Högskolan Dalarna logotyp">
            <a:extLst>
              <a:ext uri="{FF2B5EF4-FFF2-40B4-BE49-F238E27FC236}">
                <a16:creationId xmlns:a16="http://schemas.microsoft.com/office/drawing/2014/main" id="{A3C39C15-9725-4030-AB96-36EDF0C4EE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7511" y="2264119"/>
            <a:ext cx="2196977" cy="232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5361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AC5AB38-20CB-F9C9-B9E9-3055C75F5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098BADDC-3093-89BD-9026-C6037A365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C57DB28-60E9-5B56-E7FA-40993780E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32C5B65-8FC1-09F2-793A-C0B7889F0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4FB3DF-9069-98C1-E3E2-9A58DA9F0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243702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EEDD015-8483-FEDD-142D-5CA90A6CB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816FF77-AC61-5E6A-106B-709C483F1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5E3978D-8B4A-BDAC-766B-FC08357F0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B3F2187-BC5A-98D0-8AFF-174008B29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DCCC794-2A28-5E0A-87A7-1C1CE4C11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581521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E458043-1AE0-09BA-A484-A358D7881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F44400D-DBF9-019C-7961-62710A53B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953D6CD-7C46-29C2-E69C-34E0F8F15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9D90B2C-FD8B-F0F9-8959-0CFC215EF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9F9D517-260F-61F8-9FDC-88B552E8F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90360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FF00402-CB55-4FC9-F7FA-E82B23D36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3CCFD81-B8F3-A7E0-5703-FC762B22AF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BDD9F1EA-6FDA-A7EC-464E-285B71763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C454B2B6-12C3-C02A-0245-0114006E5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381B7A54-D812-199A-DED1-1C6945D5F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073C71A2-9CBC-462A-6449-6230CD3D8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530178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DD283EE-CA19-4FF4-3BEC-6EC66F544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3F2BF44E-4A95-AEF2-351F-5B6A5B78D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72341A35-C279-6B8E-673A-D76357EA8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012B159B-6CD0-2C9B-EADE-42C99F8023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ABD43416-DDCD-E792-7AC6-F8DD738B26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52EB7322-5592-F6DD-7839-F0C1A6452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8EF9A2C8-8D18-352B-9FA9-D7F0A0A36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36E5B7F9-4423-606F-E7A4-B346FFF85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943389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20155CE-EA7E-A530-2C04-FA2428176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E98BC9A0-BE87-7A7C-BAB6-BC007AC10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0585B4D-E6BC-2FAE-7ED1-97C530ACD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D5E66C21-5069-AE44-2E3B-808F275F2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63277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A0661388-1E25-DF5C-4B6E-5CFA1C4C0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F57EE3ED-B44A-7A60-83A3-6151914AF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9FFE0234-0DC7-F747-0E85-F5AFA6AE7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836846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D0F69D6-1746-524D-4854-A78D9362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125B507-3793-18AF-693F-8B5AFE9F1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5A63CDED-399C-97F3-8AD4-8FA3BFE1E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80842B48-9CA8-8647-572B-D35A49D64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A49082AF-E9C9-187E-913F-7921EE290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5E3D277A-0282-0345-8E13-C9A35E431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70637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A7B2020-FFD2-65AC-5AE5-A389E1701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0416BB00-8AEF-B651-E779-9D3C4648F6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2D352C3D-D75E-31E8-BEAA-A219BF102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13D58BEF-1C05-8719-59B7-333BB994D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C4CF1437-3950-BAC4-D0DE-22C6E43C1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6243FAF7-703B-0B18-8B5E-DB236BE82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758380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B77E3B0-7F57-D98B-8736-F12B8CFBF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C8BC4018-BB52-9201-8977-CE4BDE3529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EDB9540-8C7D-7B08-A8EF-90700DCE0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64DB9F6-C0E1-8D30-EB8D-011C7FEFB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A068B14-E406-AA25-3733-A408EAEF0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870929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96DF5783-CC8C-81C5-FEB1-187ADD97AF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0CDE2D03-1DC4-FCE3-ADB1-4B42A5F0F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E50FD5DD-C1CD-4457-83AB-B5423E548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4EDB4B6-004F-CBC4-508E-8E4632C9C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2AB7432-D378-2F09-F370-D41BEDAC2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368860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Överrubrik, huvud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A7B94-8C94-4C29-9FC5-4F685E2DBA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5688" y="529968"/>
            <a:ext cx="9001125" cy="557397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800" b="0">
                <a:solidFill>
                  <a:srgbClr val="4B258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Lägg till presentationstitel, kapitelrubrik eller överrubrik</a:t>
            </a:r>
            <a:endParaRPr lang="en-US"/>
          </a:p>
        </p:txBody>
      </p:sp>
      <p:sp>
        <p:nvSpPr>
          <p:cNvPr id="13" name="Platshållare för rubrik 1">
            <a:extLst>
              <a:ext uri="{FF2B5EF4-FFF2-40B4-BE49-F238E27FC236}">
                <a16:creationId xmlns:a16="http://schemas.microsoft.com/office/drawing/2014/main" id="{B7811F14-D9A4-42B3-A641-19CF60CF19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1165225"/>
            <a:ext cx="9001125" cy="103794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sz="30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err="1"/>
              <a:t>Lägg</a:t>
            </a:r>
            <a:r>
              <a:rPr lang="en-US"/>
              <a:t> till </a:t>
            </a:r>
            <a:r>
              <a:rPr lang="en-US" err="1"/>
              <a:t>rubrik</a:t>
            </a:r>
            <a:r>
              <a:rPr lang="en-US"/>
              <a:t> </a:t>
            </a:r>
            <a:endParaRPr lang="sv-SE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5C289252-3F0D-4734-8DC3-F7C5BE14F6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3368" y="2263502"/>
            <a:ext cx="9001124" cy="350547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8" name="Platshållare för datum 3">
            <a:extLst>
              <a:ext uri="{FF2B5EF4-FFF2-40B4-BE49-F238E27FC236}">
                <a16:creationId xmlns:a16="http://schemas.microsoft.com/office/drawing/2014/main" id="{853EA4C1-86D7-48E2-8731-A2CA21E54E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12" name="Platshållare för sidfot 4">
            <a:extLst>
              <a:ext uri="{FF2B5EF4-FFF2-40B4-BE49-F238E27FC236}">
                <a16:creationId xmlns:a16="http://schemas.microsoft.com/office/drawing/2014/main" id="{719211BB-FA25-4248-9DD2-82F331A6D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4" name="Platshållare för bildnummer 5">
            <a:extLst>
              <a:ext uri="{FF2B5EF4-FFF2-40B4-BE49-F238E27FC236}">
                <a16:creationId xmlns:a16="http://schemas.microsoft.com/office/drawing/2014/main" id="{C88B5C8D-6BCC-41D9-929B-809EE31AD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710837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Överrubrik, bild hö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rubrik 1">
            <a:extLst>
              <a:ext uri="{FF2B5EF4-FFF2-40B4-BE49-F238E27FC236}">
                <a16:creationId xmlns:a16="http://schemas.microsoft.com/office/drawing/2014/main" id="{00D08DF0-36D6-4EF6-8850-B15CB458D7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541056"/>
            <a:ext cx="5578618" cy="54676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 sz="1800" b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Lägg till presentationstitel, kapitelrubrik eller överrubrik</a:t>
            </a:r>
            <a:endParaRPr lang="en-US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188017B0-2C92-4D98-8355-ACFDB69ADE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3366" y="1520826"/>
            <a:ext cx="5550939" cy="42481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D74089-4FA1-4CE6-BCD2-D73CCF91452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74984" y="2"/>
            <a:ext cx="4917017" cy="633094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6" name="Platshållare för text 11">
            <a:extLst>
              <a:ext uri="{FF2B5EF4-FFF2-40B4-BE49-F238E27FC236}">
                <a16:creationId xmlns:a16="http://schemas.microsoft.com/office/drawing/2014/main" id="{046E01C1-96FA-4281-9DB9-BD8AA54836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4874" y="5931150"/>
            <a:ext cx="5528507" cy="22901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i="1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Bildkälla: Fotograf Namn </a:t>
            </a:r>
            <a:r>
              <a:rPr lang="sv-SE" err="1"/>
              <a:t>Namnsson</a:t>
            </a:r>
            <a:endParaRPr lang="sv-SE"/>
          </a:p>
        </p:txBody>
      </p:sp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FC8F2930-09F4-41DC-AE41-C0060E024C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10" name="Platshållare för sidfot 4">
            <a:extLst>
              <a:ext uri="{FF2B5EF4-FFF2-40B4-BE49-F238E27FC236}">
                <a16:creationId xmlns:a16="http://schemas.microsoft.com/office/drawing/2014/main" id="{A9848A47-C493-4B74-8AED-33F5C11A9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4" name="Platshållare för bildnummer 5">
            <a:extLst>
              <a:ext uri="{FF2B5EF4-FFF2-40B4-BE49-F238E27FC236}">
                <a16:creationId xmlns:a16="http://schemas.microsoft.com/office/drawing/2014/main" id="{56AEA612-40A0-4EAF-9BA6-FC3F156E0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976478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A7B94-8C94-4C29-9FC5-4F685E2DBA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5689" y="597976"/>
            <a:ext cx="9001124" cy="49121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800" b="0">
                <a:solidFill>
                  <a:srgbClr val="4B258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Lägg till presentationstitel, kapitelrubrik eller överrubrik</a:t>
            </a:r>
            <a:endParaRPr lang="en-US"/>
          </a:p>
        </p:txBody>
      </p:sp>
      <p:sp>
        <p:nvSpPr>
          <p:cNvPr id="13" name="Platshållare för rubrik 1">
            <a:extLst>
              <a:ext uri="{FF2B5EF4-FFF2-40B4-BE49-F238E27FC236}">
                <a16:creationId xmlns:a16="http://schemas.microsoft.com/office/drawing/2014/main" id="{B7811F14-D9A4-42B3-A641-19CF60CF19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1303714"/>
            <a:ext cx="9001124" cy="75596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sz="30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err="1"/>
              <a:t>Lägg</a:t>
            </a:r>
            <a:r>
              <a:rPr lang="en-US"/>
              <a:t> till </a:t>
            </a:r>
            <a:r>
              <a:rPr lang="en-US" err="1"/>
              <a:t>rubrik</a:t>
            </a:r>
            <a:endParaRPr lang="sv-SE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960766-C981-4BDC-8E0F-E297B6D08E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6861" y="2258281"/>
            <a:ext cx="4479389" cy="333182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 sz="1800" b="1"/>
            </a:lvl1pPr>
            <a:lvl2pPr>
              <a:buFont typeface="Arial" panose="020B0604020202020204" pitchFamily="34" charset="0"/>
              <a:buChar char="•"/>
              <a:defRPr sz="1400"/>
            </a:lvl2pPr>
            <a:lvl3pPr>
              <a:buFont typeface="Arial" panose="020B0604020202020204" pitchFamily="34" charset="0"/>
              <a:buChar char="•"/>
              <a:defRPr sz="1200"/>
            </a:lvl3pPr>
            <a:lvl4pPr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Underrubrik eller undertext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C1B3B9A5-B180-421A-B983-55BE4F63DF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97727" y="2696947"/>
            <a:ext cx="4585405" cy="314822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4A6ED114-18DF-4C5D-A13D-26DB364DFC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79695" y="2254270"/>
            <a:ext cx="4616868" cy="333182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 sz="1800" b="1"/>
            </a:lvl1pPr>
            <a:lvl2pPr>
              <a:buFont typeface="Arial" panose="020B0604020202020204" pitchFamily="34" charset="0"/>
              <a:buChar char="•"/>
              <a:defRPr sz="1400"/>
            </a:lvl2pPr>
            <a:lvl3pPr>
              <a:buFont typeface="Arial" panose="020B0604020202020204" pitchFamily="34" charset="0"/>
              <a:buChar char="•"/>
              <a:defRPr sz="1200"/>
            </a:lvl3pPr>
            <a:lvl4pPr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Underrubrik eller undertext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D9D026D-646E-4AE9-AAB5-183866ADA0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1159" y="2696946"/>
            <a:ext cx="4585405" cy="314822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>
              <a:lnSpc>
                <a:spcPct val="100000"/>
              </a:lnSpc>
              <a:buFont typeface="Arial" panose="020B0604020202020204" pitchFamily="34" charset="0"/>
              <a:buChar char="•"/>
              <a:defRPr sz="10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11" name="Platshållare för datum 3">
            <a:extLst>
              <a:ext uri="{FF2B5EF4-FFF2-40B4-BE49-F238E27FC236}">
                <a16:creationId xmlns:a16="http://schemas.microsoft.com/office/drawing/2014/main" id="{FF05E634-4DAF-4AFD-B5D2-5DC73D4BEE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16" name="Platshållare för sidfot 4">
            <a:extLst>
              <a:ext uri="{FF2B5EF4-FFF2-40B4-BE49-F238E27FC236}">
                <a16:creationId xmlns:a16="http://schemas.microsoft.com/office/drawing/2014/main" id="{98127ADE-9C99-411C-9C94-CF79B32C54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17" name="Platshållare för bildnummer 5">
            <a:extLst>
              <a:ext uri="{FF2B5EF4-FFF2-40B4-BE49-F238E27FC236}">
                <a16:creationId xmlns:a16="http://schemas.microsoft.com/office/drawing/2014/main" id="{83C7D731-5C49-4009-8DED-5C7B0D06E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41286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8">
            <a:extLst>
              <a:ext uri="{FF2B5EF4-FFF2-40B4-BE49-F238E27FC236}">
                <a16:creationId xmlns:a16="http://schemas.microsoft.com/office/drawing/2014/main" id="{9D17F9DA-8D24-42DC-9F65-98D0B90D9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31974"/>
            <a:ext cx="12192000" cy="526847"/>
          </a:xfrm>
          <a:prstGeom prst="rect">
            <a:avLst/>
          </a:prstGeom>
          <a:gradFill flip="none" rotWithShape="1">
            <a:gsLst>
              <a:gs pos="0">
                <a:srgbClr val="E50076"/>
              </a:gs>
              <a:gs pos="100000">
                <a:srgbClr val="4B2582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800"/>
          </a:p>
        </p:txBody>
      </p:sp>
      <p:pic>
        <p:nvPicPr>
          <p:cNvPr id="2" name="Picture 15">
            <a:extLst>
              <a:ext uri="{FF2B5EF4-FFF2-40B4-BE49-F238E27FC236}">
                <a16:creationId xmlns:a16="http://schemas.microsoft.com/office/drawing/2014/main" id="{11715DBE-5E44-4BEA-9DD2-C438566EA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1522" y="6341093"/>
            <a:ext cx="1532879" cy="485927"/>
          </a:xfrm>
          <a:prstGeom prst="rect">
            <a:avLst/>
          </a:prstGeom>
        </p:spPr>
      </p:pic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26B6582-C1C6-4774-AF6B-F68D13F426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5687" y="6356350"/>
            <a:ext cx="929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443EE36-0CB1-4FF9-B1E7-80617464E9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384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D1BB3C0-74A1-4A5A-8792-201FE7981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9970" y="6356350"/>
            <a:ext cx="499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51883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84" r:id="rId2"/>
    <p:sldLayoutId id="2147483693" r:id="rId3"/>
    <p:sldLayoutId id="2147483692" r:id="rId4"/>
    <p:sldLayoutId id="2147483667" r:id="rId5"/>
    <p:sldLayoutId id="2147483683" r:id="rId6"/>
    <p:sldLayoutId id="2147483690" r:id="rId7"/>
    <p:sldLayoutId id="2147483681" r:id="rId8"/>
    <p:sldLayoutId id="2147483687" r:id="rId9"/>
    <p:sldLayoutId id="2147483677" r:id="rId10"/>
    <p:sldLayoutId id="2147483696" r:id="rId11"/>
    <p:sldLayoutId id="214748369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58" userDrawn="1">
          <p15:clr>
            <a:srgbClr val="F26B43"/>
          </p15:clr>
        </p15:guide>
        <p15:guide id="2" pos="665" userDrawn="1">
          <p15:clr>
            <a:srgbClr val="F26B43"/>
          </p15:clr>
        </p15:guide>
        <p15:guide id="3" pos="6675" userDrawn="1">
          <p15:clr>
            <a:srgbClr val="F26B43"/>
          </p15:clr>
        </p15:guide>
        <p15:guide id="4" orient="horz" pos="3634" userDrawn="1">
          <p15:clr>
            <a:srgbClr val="F26B43"/>
          </p15:clr>
        </p15:guide>
        <p15:guide id="5" orient="horz" pos="1480" userDrawn="1">
          <p15:clr>
            <a:srgbClr val="F26B43"/>
          </p15:clr>
        </p15:guide>
        <p15:guide id="6" pos="6335" userDrawn="1">
          <p15:clr>
            <a:srgbClr val="F26B43"/>
          </p15:clr>
        </p15:guide>
        <p15:guide id="7" pos="7015" userDrawn="1">
          <p15:clr>
            <a:srgbClr val="F26B43"/>
          </p15:clr>
        </p15:guide>
        <p15:guide id="8" orient="horz" pos="504" userDrawn="1">
          <p15:clr>
            <a:srgbClr val="F26B43"/>
          </p15:clr>
        </p15:guide>
        <p15:guide id="9" pos="350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67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80" r:id="rId3"/>
    <p:sldLayoutId id="2147483671" r:id="rId4"/>
    <p:sldLayoutId id="2147483668" r:id="rId5"/>
    <p:sldLayoutId id="2147483679" r:id="rId6"/>
    <p:sldLayoutId id="2147483694" r:id="rId7"/>
    <p:sldLayoutId id="2147483674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86" userDrawn="1">
          <p15:clr>
            <a:srgbClr val="F26B43"/>
          </p15:clr>
        </p15:guide>
        <p15:guide id="2" pos="665" userDrawn="1">
          <p15:clr>
            <a:srgbClr val="F26B43"/>
          </p15:clr>
        </p15:guide>
        <p15:guide id="3" orient="horz" pos="799" userDrawn="1">
          <p15:clr>
            <a:srgbClr val="F26B43"/>
          </p15:clr>
        </p15:guide>
        <p15:guide id="4" orient="horz" pos="3634" userDrawn="1">
          <p15:clr>
            <a:srgbClr val="F26B43"/>
          </p15:clr>
        </p15:guide>
        <p15:guide id="5" pos="717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F64A29FF-4717-00F0-556B-FC3FAC21E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986D21A-F8A1-7F02-9F9C-C7D0BC04C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AC2F20F-6A60-E276-31FB-7A3BC7EF7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36A944-98E7-4C32-ABD0-39B1C9C7C273}" type="datetimeFigureOut">
              <a:rPr lang="sv-SE" smtClean="0"/>
              <a:pPr/>
              <a:t>2026-03-24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3009CE-F99C-B4EC-9322-26800F43A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C495B71-0F9D-556D-B523-3847ECB3D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04C5AF-5CE7-4AC5-8E1F-91F181F143FE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Rektangel 8">
            <a:extLst>
              <a:ext uri="{FF2B5EF4-FFF2-40B4-BE49-F238E27FC236}">
                <a16:creationId xmlns:a16="http://schemas.microsoft.com/office/drawing/2014/main" id="{D8B91E75-43DC-1BE5-B91F-C3E0D1671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31974"/>
            <a:ext cx="12192000" cy="526847"/>
          </a:xfrm>
          <a:prstGeom prst="rect">
            <a:avLst/>
          </a:prstGeom>
          <a:gradFill flip="none" rotWithShape="1">
            <a:gsLst>
              <a:gs pos="0">
                <a:srgbClr val="E50076"/>
              </a:gs>
              <a:gs pos="100000">
                <a:srgbClr val="4B2582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800"/>
          </a:p>
        </p:txBody>
      </p:sp>
      <p:pic>
        <p:nvPicPr>
          <p:cNvPr id="8" name="Picture 15">
            <a:extLst>
              <a:ext uri="{FF2B5EF4-FFF2-40B4-BE49-F238E27FC236}">
                <a16:creationId xmlns:a16="http://schemas.microsoft.com/office/drawing/2014/main" id="{08EF093B-E884-F985-C5C7-A5D668279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1522" y="6341093"/>
            <a:ext cx="1532879" cy="48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456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58">
          <p15:clr>
            <a:srgbClr val="F26B43"/>
          </p15:clr>
        </p15:guide>
        <p15:guide id="2" pos="665">
          <p15:clr>
            <a:srgbClr val="F26B43"/>
          </p15:clr>
        </p15:guide>
        <p15:guide id="3" pos="6675">
          <p15:clr>
            <a:srgbClr val="F26B43"/>
          </p15:clr>
        </p15:guide>
        <p15:guide id="4" orient="horz" pos="3634">
          <p15:clr>
            <a:srgbClr val="F26B43"/>
          </p15:clr>
        </p15:guide>
        <p15:guide id="5" orient="horz" pos="1480">
          <p15:clr>
            <a:srgbClr val="F26B43"/>
          </p15:clr>
        </p15:guide>
        <p15:guide id="6" pos="6335">
          <p15:clr>
            <a:srgbClr val="F26B43"/>
          </p15:clr>
        </p15:guide>
        <p15:guide id="7" pos="7015">
          <p15:clr>
            <a:srgbClr val="F26B43"/>
          </p15:clr>
        </p15:guide>
        <p15:guide id="8" orient="horz" pos="504">
          <p15:clr>
            <a:srgbClr val="F26B43"/>
          </p15:clr>
        </p15:guide>
        <p15:guide id="9" pos="35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C090948C-7811-97C0-9489-DDE6EC6EB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522" y="58556"/>
            <a:ext cx="10515600" cy="2852737"/>
          </a:xfrm>
        </p:spPr>
        <p:txBody>
          <a:bodyPr anchor="b">
            <a:normAutofit/>
          </a:bodyPr>
          <a:lstStyle/>
          <a:p>
            <a:pPr algn="ctr"/>
            <a:r>
              <a:rPr lang="sv-SE"/>
              <a:t>Design av Webbapplikationer (GIK2XK) </a:t>
            </a:r>
            <a:endParaRPr lang="sv-SE" dirty="0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26666DD5-2238-8C77-9016-8A9654922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1528" y="3661906"/>
            <a:ext cx="10722272" cy="2140258"/>
          </a:xfrm>
        </p:spPr>
        <p:txBody>
          <a:bodyPr lIns="91440" tIns="45720" rIns="91440" bIns="45720">
            <a:normAutofit/>
          </a:bodyPr>
          <a:lstStyle/>
          <a:p>
            <a:r>
              <a:rPr lang="sv-SE" sz="2200"/>
              <a:t>Projektarbete: Webbshop</a:t>
            </a:r>
          </a:p>
          <a:p>
            <a:r>
              <a:rPr lang="sv-SE" sz="2200"/>
              <a:t>Gruppnummer: 5​</a:t>
            </a:r>
            <a:br>
              <a:rPr lang="sv-SE" sz="2200"/>
            </a:br>
            <a:r>
              <a:rPr lang="sv-SE" sz="2200"/>
              <a:t>Medlemmar:​ Ludwig Lindfors, Hangama Dehati ,  Samir Ahmad</a:t>
            </a:r>
          </a:p>
          <a:p>
            <a:pPr marL="0" indent="0">
              <a:buNone/>
            </a:pPr>
            <a:r>
              <a:rPr lang="sv-SE" sz="2200"/>
              <a:t>Reovisningsdatum: 2026-03-25</a:t>
            </a:r>
          </a:p>
          <a:p>
            <a:r>
              <a:rPr lang="sv-SE" sz="2200"/>
              <a:t>Examinator: Mikaela Hedberg</a:t>
            </a:r>
          </a:p>
          <a:p>
            <a:pPr marL="0" indent="0">
              <a:buNone/>
            </a:pPr>
            <a:endParaRPr lang="sv-SE" sz="2200" dirty="0"/>
          </a:p>
        </p:txBody>
      </p:sp>
    </p:spTree>
    <p:extLst>
      <p:ext uri="{BB962C8B-B14F-4D97-AF65-F5344CB8AC3E}">
        <p14:creationId xmlns:p14="http://schemas.microsoft.com/office/powerpoint/2010/main" val="1812949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2ED2D-2292-65BB-CE07-FDC5CD74C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4AA0D17F-C3C7-0970-64FF-81BAD7D61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5479" y="1359460"/>
            <a:ext cx="10722272" cy="2140258"/>
          </a:xfrm>
        </p:spPr>
        <p:txBody>
          <a:bodyPr lIns="91440" tIns="45720" rIns="91440" bIns="4572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badi" panose="020F0502020204030204" pitchFamily="34" charset="0"/>
                <a:cs typeface="Calibri"/>
              </a:rPr>
              <a:t>Om </a:t>
            </a:r>
            <a:r>
              <a:rPr lang="en-US" dirty="0" err="1">
                <a:solidFill>
                  <a:schemeClr val="tx1"/>
                </a:solidFill>
                <a:latin typeface="Abadi" panose="020F0502020204030204" pitchFamily="34" charset="0"/>
                <a:cs typeface="Calibri"/>
              </a:rPr>
              <a:t>oss</a:t>
            </a:r>
            <a:endParaRPr lang="en-US" dirty="0">
              <a:solidFill>
                <a:schemeClr val="tx1"/>
              </a:solidFill>
              <a:latin typeface="Abadi" panose="020F0502020204030204" pitchFamily="34" charset="0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v-SE" dirty="0">
                <a:solidFill>
                  <a:schemeClr val="tx1"/>
                </a:solidFill>
                <a:latin typeface="Abadi" panose="020F0502020204030204" pitchFamily="34" charset="0"/>
              </a:rPr>
              <a:t>Projektbeskrivning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v-SE" dirty="0">
                <a:solidFill>
                  <a:schemeClr val="tx1"/>
                </a:solidFill>
                <a:latin typeface="Abadi" panose="020F0502020204030204" pitchFamily="34" charset="0"/>
              </a:rPr>
              <a:t>Systemlösning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latin typeface="Abadi" panose="020F0502020204030204" pitchFamily="34" charset="0"/>
              </a:rPr>
              <a:t>Tekniska</a:t>
            </a:r>
            <a:r>
              <a:rPr lang="en-US" cap="all" dirty="0">
                <a:solidFill>
                  <a:schemeClr val="tx1"/>
                </a:solidFill>
                <a:latin typeface="Abadi" panose="020F0502020204030204" pitchFamily="34" charset="0"/>
              </a:rPr>
              <a:t> </a:t>
            </a:r>
            <a:r>
              <a:rPr lang="en-US" dirty="0" err="1">
                <a:solidFill>
                  <a:schemeClr val="tx1"/>
                </a:solidFill>
                <a:latin typeface="Abadi" panose="020F0502020204030204" pitchFamily="34" charset="0"/>
              </a:rPr>
              <a:t>detaljer</a:t>
            </a:r>
            <a:endParaRPr lang="en-US" dirty="0">
              <a:solidFill>
                <a:schemeClr val="tx1"/>
              </a:solidFill>
              <a:latin typeface="Abad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latin typeface="Abadi" panose="020F0502020204030204" pitchFamily="34" charset="0"/>
              </a:rPr>
              <a:t>Projektdemo</a:t>
            </a:r>
            <a:endParaRPr lang="en-US" dirty="0">
              <a:solidFill>
                <a:schemeClr val="tx1"/>
              </a:solidFill>
              <a:latin typeface="Abad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latin typeface="Abadi" panose="020F0502020204030204" pitchFamily="34" charset="0"/>
              </a:rPr>
              <a:t>Refelektion</a:t>
            </a:r>
            <a:endParaRPr lang="en-US" dirty="0">
              <a:solidFill>
                <a:schemeClr val="tx1"/>
              </a:solidFill>
              <a:latin typeface="Abad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sv-SE" dirty="0">
              <a:solidFill>
                <a:schemeClr val="tx1"/>
              </a:solidFill>
              <a:latin typeface="Abad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sv-SE" dirty="0">
              <a:solidFill>
                <a:schemeClr val="tx1"/>
              </a:solidFill>
              <a:latin typeface="Abadi" panose="020F0502020204030204" pitchFamily="34" charset="0"/>
            </a:endParaRPr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65F1A23C-384F-3988-C63F-CE5F1150448E}"/>
              </a:ext>
            </a:extLst>
          </p:cNvPr>
          <p:cNvSpPr txBox="1"/>
          <p:nvPr/>
        </p:nvSpPr>
        <p:spPr>
          <a:xfrm>
            <a:off x="738428" y="384368"/>
            <a:ext cx="60949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rPr>
              <a:t>Agenda</a:t>
            </a:r>
            <a:endParaRPr lang="sv-SE" sz="3600" dirty="0">
              <a:solidFill>
                <a:schemeClr val="accent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2A0963F7-056F-0E16-13A9-60B3F5AE8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879" y="0"/>
            <a:ext cx="5495171" cy="6335016"/>
          </a:xfrm>
          <a:prstGeom prst="rect">
            <a:avLst/>
          </a:prstGeom>
        </p:spPr>
      </p:pic>
      <p:pic>
        <p:nvPicPr>
          <p:cNvPr id="11" name="Bildobjekt 10">
            <a:extLst>
              <a:ext uri="{FF2B5EF4-FFF2-40B4-BE49-F238E27FC236}">
                <a16:creationId xmlns:a16="http://schemas.microsoft.com/office/drawing/2014/main" id="{7FED6E05-76D2-712E-7C37-EDD2FE65C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706" y="0"/>
            <a:ext cx="6209432" cy="633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61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37B48CE-C954-F25B-034B-C06E4E0AB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2800" dirty="0"/>
              <a:t>Projektbeskrivning</a:t>
            </a:r>
            <a:r>
              <a:rPr lang="sv-SE" dirty="0"/>
              <a:t> 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0C3A40CD-AAE0-6EB1-67FB-3EAA563455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v-SE" dirty="0"/>
              <a:t>Utveckling av en webbaserad </a:t>
            </a:r>
            <a:r>
              <a:rPr lang="sv-SE" b="1" dirty="0"/>
              <a:t>webbshop</a:t>
            </a:r>
            <a:r>
              <a:rPr lang="sv-SE" dirty="0"/>
              <a:t> där användare kan se, betygsätta och köpa produkter. </a:t>
            </a:r>
          </a:p>
          <a:p>
            <a:r>
              <a:rPr lang="sv-SE" b="1" dirty="0" err="1"/>
              <a:t>Single</a:t>
            </a:r>
            <a:r>
              <a:rPr lang="sv-SE" b="1" dirty="0"/>
              <a:t> Page </a:t>
            </a:r>
            <a:r>
              <a:rPr lang="sv-SE" b="1" dirty="0" err="1"/>
              <a:t>Application</a:t>
            </a:r>
            <a:r>
              <a:rPr lang="sv-SE" b="1" dirty="0"/>
              <a:t> (SPA)</a:t>
            </a:r>
            <a:r>
              <a:rPr lang="sv-SE" dirty="0"/>
              <a:t> med </a:t>
            </a:r>
            <a:r>
              <a:rPr lang="sv-SE" dirty="0" err="1"/>
              <a:t>React</a:t>
            </a:r>
            <a:r>
              <a:rPr lang="sv-SE" dirty="0"/>
              <a:t> på </a:t>
            </a:r>
            <a:r>
              <a:rPr lang="sv-SE" dirty="0" err="1"/>
              <a:t>frontend</a:t>
            </a:r>
            <a:r>
              <a:rPr lang="sv-SE" dirty="0"/>
              <a:t>. </a:t>
            </a:r>
          </a:p>
          <a:p>
            <a:r>
              <a:rPr lang="sv-SE" b="1" dirty="0" err="1"/>
              <a:t>Backend</a:t>
            </a:r>
            <a:r>
              <a:rPr lang="sv-SE" dirty="0"/>
              <a:t>: Node.js + Express med REST-API för produkter, användare och varukorg. </a:t>
            </a:r>
          </a:p>
          <a:p>
            <a:r>
              <a:rPr lang="sv-SE" b="1" dirty="0"/>
              <a:t>Databas</a:t>
            </a:r>
            <a:r>
              <a:rPr lang="sv-SE" dirty="0"/>
              <a:t>: SQL (</a:t>
            </a:r>
            <a:r>
              <a:rPr lang="sv-SE" dirty="0" err="1"/>
              <a:t>MySQL</a:t>
            </a:r>
            <a:r>
              <a:rPr lang="sv-SE" dirty="0"/>
              <a:t>, </a:t>
            </a:r>
            <a:r>
              <a:rPr lang="sv-SE" dirty="0" err="1"/>
              <a:t>MariaDB</a:t>
            </a:r>
            <a:r>
              <a:rPr lang="sv-SE" dirty="0"/>
              <a:t> eller </a:t>
            </a:r>
            <a:r>
              <a:rPr lang="sv-SE" dirty="0" err="1"/>
              <a:t>SQLite</a:t>
            </a:r>
            <a:r>
              <a:rPr lang="sv-SE" dirty="0"/>
              <a:t>) för lagring av produkter, betyg och varukorgar. </a:t>
            </a:r>
          </a:p>
          <a:p>
            <a:r>
              <a:rPr lang="sv-SE" b="1" dirty="0"/>
              <a:t>CRUD-funktionalitet</a:t>
            </a:r>
            <a:r>
              <a:rPr lang="sv-SE" dirty="0"/>
              <a:t>: Skapa, läsa, uppdatera och ta bort produkter via gränssnittet. </a:t>
            </a:r>
          </a:p>
          <a:p>
            <a:r>
              <a:rPr lang="sv-SE" b="1" dirty="0"/>
              <a:t>Varukorg</a:t>
            </a:r>
            <a:r>
              <a:rPr lang="sv-SE" dirty="0"/>
              <a:t>: Lägg till produkter, se antal, pris och totalt pris. </a:t>
            </a:r>
          </a:p>
          <a:p>
            <a:r>
              <a:rPr lang="sv-SE" b="1" dirty="0" err="1"/>
              <a:t>Responsivt</a:t>
            </a:r>
            <a:r>
              <a:rPr lang="sv-SE" b="1" dirty="0"/>
              <a:t> gränssnitt</a:t>
            </a:r>
            <a:r>
              <a:rPr lang="sv-SE" dirty="0"/>
              <a:t> med Material UI eller liknande CSS-ramverk. </a:t>
            </a:r>
          </a:p>
          <a:p>
            <a:r>
              <a:rPr lang="sv-SE" b="1" dirty="0"/>
              <a:t>Användarfeedback</a:t>
            </a:r>
            <a:r>
              <a:rPr lang="sv-SE" dirty="0"/>
              <a:t>: Meddelanden och alerts vid förändringar (t.ex. produkt tillagd, borttagen eller uppdaterad). </a:t>
            </a:r>
          </a:p>
          <a:p>
            <a:r>
              <a:rPr lang="sv-SE" dirty="0"/>
              <a:t>Administratörer kan </a:t>
            </a:r>
            <a:r>
              <a:rPr lang="sv-SE" b="1" dirty="0"/>
              <a:t>hantera produkter</a:t>
            </a:r>
            <a:r>
              <a:rPr lang="sv-SE" dirty="0"/>
              <a:t> utan särskilda roller – funktionalitet visas i gränssnittet. </a:t>
            </a:r>
          </a:p>
          <a:p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63E5D209-D3C3-41C7-4A3A-9CEA62AC9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824" y="-1"/>
            <a:ext cx="5041518" cy="630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233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5186B-08DA-9D6E-FDBD-94F6A927A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A95BECD-E7B7-8D74-1CFB-91AA8411C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381" y="222628"/>
            <a:ext cx="7225415" cy="546765"/>
          </a:xfrm>
        </p:spPr>
        <p:txBody>
          <a:bodyPr/>
          <a:lstStyle/>
          <a:p>
            <a:pPr algn="ctr"/>
            <a:r>
              <a:rPr lang="sv-SE" sz="2800" dirty="0"/>
              <a:t>Systemlösning </a:t>
            </a:r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7CBEA6B7-DCFB-DAAC-A396-5BC79C67826E}"/>
              </a:ext>
            </a:extLst>
          </p:cNvPr>
          <p:cNvSpPr txBox="1"/>
          <p:nvPr/>
        </p:nvSpPr>
        <p:spPr>
          <a:xfrm>
            <a:off x="237392" y="769394"/>
            <a:ext cx="698109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sv-SE" b="1" dirty="0"/>
              <a:t>Vad gör </a:t>
            </a:r>
            <a:r>
              <a:rPr lang="sv-SE" b="1" dirty="0" err="1"/>
              <a:t>appen</a:t>
            </a:r>
            <a:r>
              <a:rPr lang="sv-SE" b="1" dirty="0"/>
              <a:t>?</a:t>
            </a:r>
          </a:p>
          <a:p>
            <a:pPr>
              <a:buNone/>
            </a:pPr>
            <a:br>
              <a:rPr lang="sv-SE" dirty="0"/>
            </a:br>
            <a:r>
              <a:rPr lang="sv-SE" dirty="0" err="1"/>
              <a:t>Appen</a:t>
            </a:r>
            <a:r>
              <a:rPr lang="sv-SE" dirty="0"/>
              <a:t> är en webbaserad e-handelsplattform (webbshop) där användare kan utforska och handla produkter.</a:t>
            </a:r>
          </a:p>
          <a:p>
            <a:pPr>
              <a:buNone/>
            </a:pPr>
            <a:br>
              <a:rPr lang="sv-SE" dirty="0"/>
            </a:br>
            <a:r>
              <a:rPr lang="sv-SE" dirty="0"/>
              <a:t>Den används av kunder för att hantera en varukorg och sätta betyg, samt av administratörer för att lägga till, visa, redigera och ta bort produkter.</a:t>
            </a:r>
          </a:p>
          <a:p>
            <a:pPr>
              <a:buNone/>
            </a:pPr>
            <a:endParaRPr lang="sv-SE" dirty="0"/>
          </a:p>
          <a:p>
            <a:r>
              <a:rPr lang="sv-SE" b="1" dirty="0"/>
              <a:t>Hur är </a:t>
            </a:r>
            <a:r>
              <a:rPr lang="sv-SE" b="1" dirty="0" err="1"/>
              <a:t>appen</a:t>
            </a:r>
            <a:r>
              <a:rPr lang="sv-SE" b="1" dirty="0"/>
              <a:t> designad?</a:t>
            </a:r>
            <a:endParaRPr lang="sv-S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Webbaserad klient–server-lösning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Tydlig uppdelning mellan </a:t>
            </a:r>
            <a:r>
              <a:rPr lang="sv-SE" dirty="0" err="1"/>
              <a:t>frontend</a:t>
            </a:r>
            <a:r>
              <a:rPr lang="sv-SE" dirty="0"/>
              <a:t> och </a:t>
            </a:r>
            <a:r>
              <a:rPr lang="sv-SE" dirty="0" err="1"/>
              <a:t>backend</a:t>
            </a:r>
            <a:endParaRPr lang="sv-S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Användarvänligt gränssnitt med formulär, produktkort och detaljvyer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Data skickas via REST-API mellan </a:t>
            </a:r>
            <a:r>
              <a:rPr lang="sv-SE" dirty="0" err="1"/>
              <a:t>frontend</a:t>
            </a:r>
            <a:r>
              <a:rPr lang="sv-SE" dirty="0"/>
              <a:t> och </a:t>
            </a:r>
            <a:r>
              <a:rPr lang="sv-SE" dirty="0" err="1"/>
              <a:t>backend</a:t>
            </a:r>
            <a:r>
              <a:rPr lang="sv-SE" dirty="0"/>
              <a:t> i JSON-format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Persistens via en SQL-databas (sparas även efter omstart)</a:t>
            </a:r>
          </a:p>
          <a:p>
            <a:endParaRPr lang="sv-SE" dirty="0"/>
          </a:p>
          <a:p>
            <a:r>
              <a:rPr lang="sv-SE" b="1" dirty="0"/>
              <a:t>Översikt:</a:t>
            </a:r>
            <a:r>
              <a:rPr lang="sv-SE" dirty="0"/>
              <a:t> Användare ↔ Webbläsare (</a:t>
            </a:r>
            <a:r>
              <a:rPr lang="sv-SE" dirty="0" err="1"/>
              <a:t>frontend</a:t>
            </a:r>
            <a:r>
              <a:rPr lang="sv-SE" dirty="0"/>
              <a:t>) ↔ Server (</a:t>
            </a:r>
            <a:r>
              <a:rPr lang="sv-SE" dirty="0" err="1"/>
              <a:t>backend</a:t>
            </a:r>
            <a:r>
              <a:rPr lang="sv-SE" dirty="0"/>
              <a:t>) ↔ Databas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E5F73C02-A496-B64D-78B6-7C2639537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4459" y="0"/>
            <a:ext cx="5260019" cy="627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647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FBD70C92-9455-A811-2836-0171686F56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009" y="249979"/>
            <a:ext cx="9333187" cy="845787"/>
          </a:xfrm>
        </p:spPr>
        <p:txBody>
          <a:bodyPr/>
          <a:lstStyle/>
          <a:p>
            <a:r>
              <a:rPr lang="en-US" sz="2800" dirty="0" err="1">
                <a:solidFill>
                  <a:schemeClr val="accent1"/>
                </a:solidFill>
                <a:ea typeface="+mj-ea"/>
              </a:rPr>
              <a:t>Tekniska</a:t>
            </a:r>
            <a:r>
              <a:rPr lang="en-US" sz="2800" b="1" cap="all" dirty="0"/>
              <a:t> </a:t>
            </a:r>
            <a:r>
              <a:rPr lang="en-US" sz="2800" dirty="0" err="1">
                <a:solidFill>
                  <a:schemeClr val="accent1"/>
                </a:solidFill>
                <a:ea typeface="+mj-ea"/>
              </a:rPr>
              <a:t>detaljer</a:t>
            </a:r>
            <a:endParaRPr lang="sv-SE" sz="2800" dirty="0">
              <a:solidFill>
                <a:schemeClr val="accent1"/>
              </a:solidFill>
              <a:ea typeface="+mj-ea"/>
            </a:endParaRPr>
          </a:p>
        </p:txBody>
      </p:sp>
      <p:sp>
        <p:nvSpPr>
          <p:cNvPr id="16" name="textruta 15">
            <a:extLst>
              <a:ext uri="{FF2B5EF4-FFF2-40B4-BE49-F238E27FC236}">
                <a16:creationId xmlns:a16="http://schemas.microsoft.com/office/drawing/2014/main" id="{75E952BC-1252-E4A0-BA12-47A05917C544}"/>
              </a:ext>
            </a:extLst>
          </p:cNvPr>
          <p:cNvSpPr txBox="1"/>
          <p:nvPr/>
        </p:nvSpPr>
        <p:spPr>
          <a:xfrm>
            <a:off x="213803" y="1674674"/>
            <a:ext cx="322835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sv-SE" b="1" dirty="0" err="1"/>
              <a:t>Frontend</a:t>
            </a:r>
            <a:r>
              <a:rPr lang="sv-SE" b="1" dirty="0"/>
              <a:t>:</a:t>
            </a:r>
          </a:p>
          <a:p>
            <a:pPr>
              <a:buNone/>
            </a:pPr>
            <a:endParaRPr lang="sv-S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Byggd med </a:t>
            </a:r>
            <a:r>
              <a:rPr lang="sv-SE" dirty="0" err="1"/>
              <a:t>React</a:t>
            </a:r>
            <a:r>
              <a:rPr lang="sv-SE" dirty="0"/>
              <a:t>, HTML och CSS (Material-UI)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err="1"/>
              <a:t>App.jsx</a:t>
            </a:r>
            <a:r>
              <a:rPr lang="sv-SE" dirty="0"/>
              <a:t> – huvudstruktur och </a:t>
            </a:r>
            <a:r>
              <a:rPr lang="sv-SE" dirty="0" err="1"/>
              <a:t>routing</a:t>
            </a:r>
            <a:endParaRPr lang="sv-S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Komponenter (t.ex. </a:t>
            </a:r>
            <a:r>
              <a:rPr lang="sv-SE" dirty="0" err="1"/>
              <a:t>ProductList.jsx</a:t>
            </a:r>
            <a:r>
              <a:rPr lang="sv-SE" dirty="0"/>
              <a:t>) – gränssnitt och logik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Använder </a:t>
            </a:r>
            <a:r>
              <a:rPr lang="sv-SE" dirty="0" err="1"/>
              <a:t>axios</a:t>
            </a:r>
            <a:r>
              <a:rPr lang="sv-SE" dirty="0"/>
              <a:t> för att kommunicera med </a:t>
            </a:r>
            <a:r>
              <a:rPr lang="sv-SE" dirty="0" err="1"/>
              <a:t>backend</a:t>
            </a:r>
            <a:endParaRPr lang="sv-S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Skickar och tar emot data i JSON-forma</a:t>
            </a:r>
          </a:p>
        </p:txBody>
      </p:sp>
      <p:sp>
        <p:nvSpPr>
          <p:cNvPr id="22" name="textruta 21">
            <a:extLst>
              <a:ext uri="{FF2B5EF4-FFF2-40B4-BE49-F238E27FC236}">
                <a16:creationId xmlns:a16="http://schemas.microsoft.com/office/drawing/2014/main" id="{A723F12B-4A1C-539D-A3C9-D7505CCA8CB2}"/>
              </a:ext>
            </a:extLst>
          </p:cNvPr>
          <p:cNvSpPr txBox="1"/>
          <p:nvPr/>
        </p:nvSpPr>
        <p:spPr>
          <a:xfrm>
            <a:off x="3707483" y="1678430"/>
            <a:ext cx="255078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sv-SE" b="1" dirty="0" err="1"/>
              <a:t>Backend</a:t>
            </a:r>
            <a:r>
              <a:rPr lang="sv-SE" b="1" dirty="0"/>
              <a:t>:</a:t>
            </a:r>
          </a:p>
          <a:p>
            <a:pPr>
              <a:buNone/>
            </a:pPr>
            <a:endParaRPr lang="sv-S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Byggd med Node.js och Express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server.js hanterar serverlogik och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REST-baserat API för produkter, varukorg och användare</a:t>
            </a:r>
          </a:p>
        </p:txBody>
      </p:sp>
      <p:sp>
        <p:nvSpPr>
          <p:cNvPr id="24" name="textruta 23">
            <a:extLst>
              <a:ext uri="{FF2B5EF4-FFF2-40B4-BE49-F238E27FC236}">
                <a16:creationId xmlns:a16="http://schemas.microsoft.com/office/drawing/2014/main" id="{A26D0E07-169A-F60E-55BD-75DB7181575C}"/>
              </a:ext>
            </a:extLst>
          </p:cNvPr>
          <p:cNvSpPr txBox="1"/>
          <p:nvPr/>
        </p:nvSpPr>
        <p:spPr>
          <a:xfrm>
            <a:off x="6537847" y="1671852"/>
            <a:ext cx="262478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sv-SE" b="1" dirty="0"/>
              <a:t>API-</a:t>
            </a:r>
            <a:r>
              <a:rPr lang="sv-SE" b="1" dirty="0" err="1"/>
              <a:t>endpoints</a:t>
            </a:r>
            <a:r>
              <a:rPr lang="sv-SE" b="1" dirty="0"/>
              <a:t>:</a:t>
            </a:r>
          </a:p>
          <a:p>
            <a:pPr>
              <a:buNone/>
            </a:pPr>
            <a:endParaRPr lang="sv-S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GET /</a:t>
            </a:r>
            <a:r>
              <a:rPr lang="sv-SE" dirty="0" err="1"/>
              <a:t>products</a:t>
            </a:r>
            <a:r>
              <a:rPr lang="sv-SE" dirty="0"/>
              <a:t> – hämta alla produkter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GET /</a:t>
            </a:r>
            <a:r>
              <a:rPr lang="sv-SE" dirty="0" err="1"/>
              <a:t>products</a:t>
            </a:r>
            <a:r>
              <a:rPr lang="sv-SE" dirty="0"/>
              <a:t>/:id – hämta en specifik produkt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POST /</a:t>
            </a:r>
            <a:r>
              <a:rPr lang="sv-SE" dirty="0" err="1"/>
              <a:t>products</a:t>
            </a:r>
            <a:r>
              <a:rPr lang="sv-SE" dirty="0"/>
              <a:t> – skapa ny produkt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PUT /</a:t>
            </a:r>
            <a:r>
              <a:rPr lang="sv-SE" dirty="0" err="1"/>
              <a:t>products</a:t>
            </a:r>
            <a:r>
              <a:rPr lang="sv-SE" dirty="0"/>
              <a:t>/:id – uppdatera produkt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DELETE /</a:t>
            </a:r>
            <a:r>
              <a:rPr lang="sv-SE" dirty="0" err="1"/>
              <a:t>products</a:t>
            </a:r>
            <a:r>
              <a:rPr lang="sv-SE" dirty="0"/>
              <a:t>/:id – ta bort produkt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 dirty="0"/>
          </a:p>
        </p:txBody>
      </p:sp>
      <p:sp>
        <p:nvSpPr>
          <p:cNvPr id="26" name="textruta 25">
            <a:extLst>
              <a:ext uri="{FF2B5EF4-FFF2-40B4-BE49-F238E27FC236}">
                <a16:creationId xmlns:a16="http://schemas.microsoft.com/office/drawing/2014/main" id="{21521D57-C588-A498-B549-EC3FEB27A542}"/>
              </a:ext>
            </a:extLst>
          </p:cNvPr>
          <p:cNvSpPr txBox="1"/>
          <p:nvPr/>
        </p:nvSpPr>
        <p:spPr>
          <a:xfrm>
            <a:off x="9442218" y="1671852"/>
            <a:ext cx="284462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sv-SE" b="1" dirty="0"/>
              <a:t>Databas:</a:t>
            </a:r>
          </a:p>
          <a:p>
            <a:pPr>
              <a:buNone/>
            </a:pPr>
            <a:endParaRPr lang="sv-S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err="1"/>
              <a:t>MySQL</a:t>
            </a:r>
            <a:endParaRPr lang="sv-S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ORM: </a:t>
            </a:r>
            <a:r>
              <a:rPr lang="sv-SE" dirty="0" err="1"/>
              <a:t>Sequelize</a:t>
            </a:r>
            <a:r>
              <a:rPr lang="sv-SE" dirty="0"/>
              <a:t> (db.js)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Databas: </a:t>
            </a:r>
            <a:r>
              <a:rPr lang="sv-SE" dirty="0" err="1"/>
              <a:t>webshop_db</a:t>
            </a:r>
            <a:endParaRPr lang="sv-S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394347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98BF85B-9795-865B-EA48-810B2CF64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97" y="667311"/>
            <a:ext cx="5578618" cy="546765"/>
          </a:xfrm>
        </p:spPr>
        <p:txBody>
          <a:bodyPr anchor="b">
            <a:noAutofit/>
          </a:bodyPr>
          <a:lstStyle/>
          <a:p>
            <a:r>
              <a:rPr lang="sv-SE" sz="6600" dirty="0"/>
              <a:t>Projekt Demo</a:t>
            </a:r>
          </a:p>
        </p:txBody>
      </p:sp>
      <p:pic>
        <p:nvPicPr>
          <p:cNvPr id="18" name="Bildobjekt 17">
            <a:extLst>
              <a:ext uri="{FF2B5EF4-FFF2-40B4-BE49-F238E27FC236}">
                <a16:creationId xmlns:a16="http://schemas.microsoft.com/office/drawing/2014/main" id="{E4FB3585-E0FD-071B-0AB2-6A4B012D0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97" y="1784906"/>
            <a:ext cx="5945287" cy="2784095"/>
          </a:xfrm>
          <a:prstGeom prst="rect">
            <a:avLst/>
          </a:prstGeom>
        </p:spPr>
      </p:pic>
      <p:pic>
        <p:nvPicPr>
          <p:cNvPr id="14" name="Bildobjekt 13">
            <a:extLst>
              <a:ext uri="{FF2B5EF4-FFF2-40B4-BE49-F238E27FC236}">
                <a16:creationId xmlns:a16="http://schemas.microsoft.com/office/drawing/2014/main" id="{DC553323-834A-F28B-6334-6E79D40AA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415" y="0"/>
            <a:ext cx="6802693" cy="635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482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093A5-E4B7-0992-DF4A-21BF5328C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DA59411-C632-9E40-E9BB-379D1E6BA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12" y="1089025"/>
            <a:ext cx="6724732" cy="1139735"/>
          </a:xfrm>
        </p:spPr>
        <p:txBody>
          <a:bodyPr/>
          <a:lstStyle/>
          <a:p>
            <a:r>
              <a:rPr lang="en-US" cap="all" err="1"/>
              <a:t>Reflektion</a:t>
            </a:r>
            <a:endParaRPr lang="sv-SE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9A55A1EE-CB63-3195-1851-B94B43A185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85506" y="2228760"/>
            <a:ext cx="4529232" cy="3744919"/>
          </a:xfrm>
        </p:spPr>
        <p:txBody>
          <a:bodyPr/>
          <a:lstStyle/>
          <a:p>
            <a:pPr marL="0" indent="0" fontAlgn="base">
              <a:buNone/>
            </a:pPr>
            <a:r>
              <a:rPr lang="en-US" b="1" dirty="0"/>
              <a:t>Roligt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en-US" dirty="0"/>
              <a:t>• Se frontend och backend </a:t>
            </a:r>
            <a:r>
              <a:rPr lang="en-US" dirty="0" err="1"/>
              <a:t>fungera</a:t>
            </a:r>
            <a:r>
              <a:rPr lang="en-US" dirty="0"/>
              <a:t> </a:t>
            </a:r>
            <a:r>
              <a:rPr lang="en-US" dirty="0" err="1"/>
              <a:t>ihop</a:t>
            </a:r>
            <a:r>
              <a:rPr lang="en-US" dirty="0"/>
              <a:t>​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Jobba</a:t>
            </a:r>
            <a:r>
              <a:rPr lang="en-US" dirty="0"/>
              <a:t> med React</a:t>
            </a:r>
          </a:p>
          <a:p>
            <a:endParaRPr lang="sv-SE" dirty="0"/>
          </a:p>
        </p:txBody>
      </p:sp>
      <p:sp>
        <p:nvSpPr>
          <p:cNvPr id="8" name="Platshållare för text 2">
            <a:extLst>
              <a:ext uri="{FF2B5EF4-FFF2-40B4-BE49-F238E27FC236}">
                <a16:creationId xmlns:a16="http://schemas.microsoft.com/office/drawing/2014/main" id="{A3F73D28-C899-C701-A96B-31929CB3F855}"/>
              </a:ext>
            </a:extLst>
          </p:cNvPr>
          <p:cNvSpPr txBox="1">
            <a:spLocks/>
          </p:cNvSpPr>
          <p:nvPr/>
        </p:nvSpPr>
        <p:spPr>
          <a:xfrm>
            <a:off x="5922201" y="2228759"/>
            <a:ext cx="4529232" cy="3744919"/>
          </a:xfrm>
          <a:prstGeom prst="rect">
            <a:avLst/>
          </a:prstGeom>
        </p:spPr>
        <p:txBody>
          <a:bodyPr anchor="t" anchorCtr="0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cap="none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b="1" dirty="0" err="1"/>
              <a:t>Utmaningar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en-US" dirty="0"/>
              <a:t>• Fetch och API-</a:t>
            </a:r>
            <a:r>
              <a:rPr lang="en-US" dirty="0" err="1"/>
              <a:t>anrop</a:t>
            </a:r>
            <a:r>
              <a:rPr lang="en-US" dirty="0"/>
              <a:t>​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Uppdatera</a:t>
            </a:r>
            <a:r>
              <a:rPr lang="en-US" dirty="0"/>
              <a:t> och ta bort </a:t>
            </a:r>
            <a:r>
              <a:rPr lang="en-US" dirty="0" err="1"/>
              <a:t>rätt</a:t>
            </a:r>
            <a:r>
              <a:rPr lang="en-US" dirty="0"/>
              <a:t> data och React</a:t>
            </a:r>
          </a:p>
          <a:p>
            <a:endParaRPr lang="sv-SE" dirty="0"/>
          </a:p>
        </p:txBody>
      </p:sp>
      <p:sp>
        <p:nvSpPr>
          <p:cNvPr id="9" name="Platshållare för text 2">
            <a:extLst>
              <a:ext uri="{FF2B5EF4-FFF2-40B4-BE49-F238E27FC236}">
                <a16:creationId xmlns:a16="http://schemas.microsoft.com/office/drawing/2014/main" id="{2C5960EA-15AB-C288-4C81-845158DDCE93}"/>
              </a:ext>
            </a:extLst>
          </p:cNvPr>
          <p:cNvSpPr txBox="1">
            <a:spLocks/>
          </p:cNvSpPr>
          <p:nvPr/>
        </p:nvSpPr>
        <p:spPr>
          <a:xfrm>
            <a:off x="1239238" y="3896516"/>
            <a:ext cx="4529232" cy="1967954"/>
          </a:xfrm>
          <a:prstGeom prst="rect">
            <a:avLst/>
          </a:prstGeom>
        </p:spPr>
        <p:txBody>
          <a:bodyPr anchor="t" anchorCtr="0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cap="none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b="1" dirty="0" err="1"/>
              <a:t>Lärdomar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en-US" dirty="0"/>
              <a:t>• REST API​, CRUD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Databas</a:t>
            </a:r>
            <a:r>
              <a:rPr lang="en-US" dirty="0"/>
              <a:t> + server + </a:t>
            </a:r>
            <a:r>
              <a:rPr lang="en-US" dirty="0" err="1"/>
              <a:t>klient</a:t>
            </a:r>
            <a:r>
              <a:rPr lang="en-US" dirty="0"/>
              <a:t>​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ett</a:t>
            </a:r>
            <a:r>
              <a:rPr lang="en-US" dirty="0"/>
              <a:t> </a:t>
            </a:r>
            <a:r>
              <a:rPr lang="en-US" dirty="0" err="1"/>
              <a:t>webbprojekt</a:t>
            </a:r>
            <a:endParaRPr lang="en-US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191615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ruta 8">
            <a:extLst>
              <a:ext uri="{FF2B5EF4-FFF2-40B4-BE49-F238E27FC236}">
                <a16:creationId xmlns:a16="http://schemas.microsoft.com/office/drawing/2014/main" id="{B1EDDE36-FDA0-7B74-BEE6-3E05E8BA0FDE}"/>
              </a:ext>
            </a:extLst>
          </p:cNvPr>
          <p:cNvSpPr txBox="1"/>
          <p:nvPr/>
        </p:nvSpPr>
        <p:spPr>
          <a:xfrm>
            <a:off x="850232" y="4716379"/>
            <a:ext cx="8293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u="none" strike="noStrike" cap="all">
                <a:solidFill>
                  <a:schemeClr val="bg1"/>
                </a:solidFill>
                <a:effectLst/>
                <a:latin typeface="Univers Condensed" panose="020B0506020202050204" pitchFamily="34" charset="0"/>
              </a:rPr>
              <a:t>Tack för </a:t>
            </a:r>
            <a:r>
              <a:rPr lang="en-US" sz="3600" b="0" i="0" u="none" strike="noStrike" cap="all" err="1">
                <a:solidFill>
                  <a:schemeClr val="bg1"/>
                </a:solidFill>
                <a:effectLst/>
                <a:latin typeface="Univers Condensed" panose="020B0506020202050204" pitchFamily="34" charset="0"/>
              </a:rPr>
              <a:t>att</a:t>
            </a:r>
            <a:r>
              <a:rPr lang="en-US" sz="3600" b="0" i="0" u="none" strike="noStrike" cap="all">
                <a:solidFill>
                  <a:schemeClr val="bg1"/>
                </a:solidFill>
                <a:effectLst/>
                <a:latin typeface="Univers Condensed" panose="020B0506020202050204" pitchFamily="34" charset="0"/>
              </a:rPr>
              <a:t> </a:t>
            </a:r>
            <a:r>
              <a:rPr lang="en-US" sz="3600" b="0" i="0" u="none" strike="noStrike" cap="all" err="1">
                <a:solidFill>
                  <a:schemeClr val="bg1"/>
                </a:solidFill>
                <a:effectLst/>
                <a:latin typeface="Univers Condensed" panose="020B0506020202050204" pitchFamily="34" charset="0"/>
              </a:rPr>
              <a:t>ni</a:t>
            </a:r>
            <a:r>
              <a:rPr lang="en-US" sz="3600" b="0" i="0" u="none" strike="noStrike" cap="all">
                <a:solidFill>
                  <a:schemeClr val="bg1"/>
                </a:solidFill>
                <a:effectLst/>
                <a:latin typeface="Univers Condensed" panose="020B0506020202050204" pitchFamily="34" charset="0"/>
              </a:rPr>
              <a:t> </a:t>
            </a:r>
            <a:r>
              <a:rPr lang="en-US" sz="3600" b="0" i="0" u="none" strike="noStrike" cap="all" err="1">
                <a:solidFill>
                  <a:schemeClr val="bg1"/>
                </a:solidFill>
                <a:effectLst/>
                <a:latin typeface="Univers Condensed" panose="020B0506020202050204" pitchFamily="34" charset="0"/>
              </a:rPr>
              <a:t>lyssnade</a:t>
            </a:r>
            <a:r>
              <a:rPr lang="en-US" sz="3600" b="0" i="0" u="none" strike="noStrike" cap="all">
                <a:solidFill>
                  <a:schemeClr val="bg1"/>
                </a:solidFill>
                <a:effectLst/>
                <a:latin typeface="Univers Condensed" panose="020B0506020202050204" pitchFamily="34" charset="0"/>
              </a:rPr>
              <a:t>!</a:t>
            </a:r>
            <a:endParaRPr lang="sv-SE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235363"/>
      </p:ext>
    </p:extLst>
  </p:cSld>
  <p:clrMapOvr>
    <a:masterClrMapping/>
  </p:clrMapOvr>
</p:sld>
</file>

<file path=ppt/theme/theme1.xml><?xml version="1.0" encoding="utf-8"?>
<a:theme xmlns:a="http://schemas.openxmlformats.org/drawingml/2006/main" name="HDa Innehåll">
  <a:themeElements>
    <a:clrScheme name="H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B2582"/>
      </a:accent1>
      <a:accent2>
        <a:srgbClr val="E50075"/>
      </a:accent2>
      <a:accent3>
        <a:srgbClr val="0071C2"/>
      </a:accent3>
      <a:accent4>
        <a:srgbClr val="007B3C"/>
      </a:accent4>
      <a:accent5>
        <a:srgbClr val="FFDD00"/>
      </a:accent5>
      <a:accent6>
        <a:srgbClr val="E4003A"/>
      </a:accent6>
      <a:hlink>
        <a:srgbClr val="0071C2"/>
      </a:hlink>
      <a:folHlink>
        <a:srgbClr val="954F72"/>
      </a:folHlink>
    </a:clrScheme>
    <a:fontScheme name="HD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2A717E8-440E-4724-A862-65978A9932E3}" vid="{4B32232E-A5F9-4437-9ACB-BFAFF62F5322}"/>
    </a:ext>
  </a:extLst>
</a:theme>
</file>

<file path=ppt/theme/theme2.xml><?xml version="1.0" encoding="utf-8"?>
<a:theme xmlns:a="http://schemas.openxmlformats.org/drawingml/2006/main" name="HDa Start och Avslut">
  <a:themeElements>
    <a:clrScheme name="H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B2582"/>
      </a:accent1>
      <a:accent2>
        <a:srgbClr val="E50075"/>
      </a:accent2>
      <a:accent3>
        <a:srgbClr val="0071C2"/>
      </a:accent3>
      <a:accent4>
        <a:srgbClr val="007B3C"/>
      </a:accent4>
      <a:accent5>
        <a:srgbClr val="FFDD00"/>
      </a:accent5>
      <a:accent6>
        <a:srgbClr val="E4003A"/>
      </a:accent6>
      <a:hlink>
        <a:srgbClr val="0071C2"/>
      </a:hlink>
      <a:folHlink>
        <a:srgbClr val="954F72"/>
      </a:folHlink>
    </a:clrScheme>
    <a:fontScheme name="HD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2A717E8-440E-4724-A862-65978A9932E3}" vid="{AAC1FD1F-B82B-4C0E-956D-DD8C5F601E44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-tema">
  <a:themeElements>
    <a:clrScheme name="H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B2582"/>
      </a:accent1>
      <a:accent2>
        <a:srgbClr val="E50075"/>
      </a:accent2>
      <a:accent3>
        <a:srgbClr val="A5A5A5"/>
      </a:accent3>
      <a:accent4>
        <a:srgbClr val="EC6607"/>
      </a:accent4>
      <a:accent5>
        <a:srgbClr val="007B3C"/>
      </a:accent5>
      <a:accent6>
        <a:srgbClr val="E4003A"/>
      </a:accent6>
      <a:hlink>
        <a:srgbClr val="0563C1"/>
      </a:hlink>
      <a:folHlink>
        <a:srgbClr val="954F72"/>
      </a:folHlink>
    </a:clrScheme>
    <a:fontScheme name="HD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H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B2582"/>
      </a:accent1>
      <a:accent2>
        <a:srgbClr val="E50075"/>
      </a:accent2>
      <a:accent3>
        <a:srgbClr val="A5A5A5"/>
      </a:accent3>
      <a:accent4>
        <a:srgbClr val="EC6607"/>
      </a:accent4>
      <a:accent5>
        <a:srgbClr val="007B3C"/>
      </a:accent5>
      <a:accent6>
        <a:srgbClr val="E4003A"/>
      </a:accent6>
      <a:hlink>
        <a:srgbClr val="0563C1"/>
      </a:hlink>
      <a:folHlink>
        <a:srgbClr val="954F72"/>
      </a:folHlink>
    </a:clrScheme>
    <a:fontScheme name="HD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40269B5D0BB84382A84BE8E1E40650" ma:contentTypeVersion="22" ma:contentTypeDescription="Create a new document." ma:contentTypeScope="" ma:versionID="daf369756ef5375cc1980ebde4e3541a">
  <xsd:schema xmlns:xsd="http://www.w3.org/2001/XMLSchema" xmlns:xs="http://www.w3.org/2001/XMLSchema" xmlns:p="http://schemas.microsoft.com/office/2006/metadata/properties" xmlns:ns2="86d88fb5-0b4d-4df7-8ca1-8010dc5f6b71" xmlns:ns3="77cbf028-fa62-42e0-a7a7-1b4aa357e9da" targetNamespace="http://schemas.microsoft.com/office/2006/metadata/properties" ma:root="true" ma:fieldsID="7ceb785885e6032c2337498e3c36f3a2" ns2:_="" ns3:_="">
    <xsd:import namespace="86d88fb5-0b4d-4df7-8ca1-8010dc5f6b71"/>
    <xsd:import namespace="77cbf028-fa62-42e0-a7a7-1b4aa357e9da"/>
    <xsd:element name="properties">
      <xsd:complexType>
        <xsd:sequence>
          <xsd:element name="documentManagement">
            <xsd:complexType>
              <xsd:all>
                <xsd:element ref="ns2:Mallbeskrivning" minOccurs="0"/>
                <xsd:element ref="ns3:TaxCatchAll" minOccurs="0"/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l53a85ad7d6446daa7808431c76cfbe8" minOccurs="0"/>
                <xsd:element ref="ns3:h1e91efc8b7d4945930b1237cc983848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d88fb5-0b4d-4df7-8ca1-8010dc5f6b71" elementFormDefault="qualified">
    <xsd:import namespace="http://schemas.microsoft.com/office/2006/documentManagement/types"/>
    <xsd:import namespace="http://schemas.microsoft.com/office/infopath/2007/PartnerControls"/>
    <xsd:element name="Mallbeskrivning" ma:index="2" nillable="true" ma:displayName="Mallbeskrivning" ma:internalName="Mallbeskrivning">
      <xsd:simpleType>
        <xsd:restriction base="dms:Note">
          <xsd:maxLength value="255"/>
        </xsd:restriction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e8987a6-c1bb-4d45-96f2-f973512b71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cbf028-fa62-42e0-a7a7-1b4aa357e9da" elementFormDefault="qualified">
    <xsd:import namespace="http://schemas.microsoft.com/office/2006/documentManagement/types"/>
    <xsd:import namespace="http://schemas.microsoft.com/office/infopath/2007/PartnerControls"/>
    <xsd:element name="TaxCatchAll" ma:index="5" nillable="true" ma:displayName="Taxonomy Catch All Column" ma:hidden="true" ma:list="{3f978178-47ef-4ded-9db5-41427222db61}" ma:internalName="TaxCatchAll" ma:showField="CatchAllData" ma:web="77cbf028-fa62-42e0-a7a7-1b4aa357e9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53a85ad7d6446daa7808431c76cfbe8" ma:index="19" nillable="true" ma:taxonomy="true" ma:internalName="l53a85ad7d6446daa7808431c76cfbe8" ma:taxonomyFieldName="Ansvarig_x0020_avdelning" ma:displayName="Ansvarig avdelning" ma:default="" ma:fieldId="{553a85ad-7d64-46da-a780-8431c76cfbe8}" ma:sspId="2e8987a6-c1bb-4d45-96f2-f973512b71dc" ma:termSetId="227dafc0-49dd-4664-9242-e1a003417ac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h1e91efc8b7d4945930b1237cc983848" ma:index="21" nillable="true" ma:taxonomy="true" ma:internalName="h1e91efc8b7d4945930b1237cc983848" ma:taxonomyFieldName="Dokumenttyp0" ma:displayName="Dokumenttyp" ma:default="" ma:fieldId="{11e91efc-8b7d-4945-930b-1237cc983848}" ma:sspId="2e8987a6-c1bb-4d45-96f2-f973512b71dc" ma:termSetId="5af78825-a386-4dfb-bc4b-2d98dcef38c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6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allbeskrivning xmlns="86d88fb5-0b4d-4df7-8ca1-8010dc5f6b71" xsi:nil="true"/>
    <TaxCatchAll xmlns="77cbf028-fa62-42e0-a7a7-1b4aa357e9da">
      <Value>20</Value>
      <Value>15</Value>
    </TaxCatchAll>
    <h1e91efc8b7d4945930b1237cc983848 xmlns="77cbf028-fa62-42e0-a7a7-1b4aa357e9da">
      <Terms xmlns="http://schemas.microsoft.com/office/infopath/2007/PartnerControls">
        <TermInfo xmlns="http://schemas.microsoft.com/office/infopath/2007/PartnerControls">
          <TermName xmlns="http://schemas.microsoft.com/office/infopath/2007/PartnerControls">Presentation</TermName>
          <TermId xmlns="http://schemas.microsoft.com/office/infopath/2007/PartnerControls">a202e5b9-63bf-414e-80ec-98d7359f7f4b</TermId>
        </TermInfo>
      </Terms>
    </h1e91efc8b7d4945930b1237cc983848>
    <lcf76f155ced4ddcb4097134ff3c332f xmlns="86d88fb5-0b4d-4df7-8ca1-8010dc5f6b71">
      <Terms xmlns="http://schemas.microsoft.com/office/infopath/2007/PartnerControls"/>
    </lcf76f155ced4ddcb4097134ff3c332f>
    <l53a85ad7d6446daa7808431c76cfbe8 xmlns="77cbf028-fa62-42e0-a7a7-1b4aa357e9da">
      <Terms xmlns="http://schemas.microsoft.com/office/infopath/2007/PartnerControls">
        <TermInfo xmlns="http://schemas.microsoft.com/office/infopath/2007/PartnerControls">
          <TermName xmlns="http://schemas.microsoft.com/office/infopath/2007/PartnerControls">Avdelningen för kommunikation</TermName>
          <TermId xmlns="http://schemas.microsoft.com/office/infopath/2007/PartnerControls">532e2d91-4a14-49ff-be6c-bc5dbfb65adf</TermId>
        </TermInfo>
      </Terms>
    </l53a85ad7d6446daa7808431c76cfbe8>
  </documentManagement>
</p:properties>
</file>

<file path=customXml/itemProps1.xml><?xml version="1.0" encoding="utf-8"?>
<ds:datastoreItem xmlns:ds="http://schemas.openxmlformats.org/officeDocument/2006/customXml" ds:itemID="{61935882-F91E-42B0-B469-BB0995A6E74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8DDD77-4E93-4E1E-8DC5-9282F1FC9D51}">
  <ds:schemaRefs>
    <ds:schemaRef ds:uri="77cbf028-fa62-42e0-a7a7-1b4aa357e9da"/>
    <ds:schemaRef ds:uri="86d88fb5-0b4d-4df7-8ca1-8010dc5f6b7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B12D53D-0541-481F-B590-944BD46D5A35}">
  <ds:schemaRefs>
    <ds:schemaRef ds:uri="http://purl.org/dc/dcmitype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77cbf028-fa62-42e0-a7a7-1b4aa357e9da"/>
    <ds:schemaRef ds:uri="http://purl.org/dc/terms/"/>
    <ds:schemaRef ds:uri="http://purl.org/dc/elements/1.1/"/>
    <ds:schemaRef ds:uri="http://schemas.microsoft.com/office/2006/metadata/properties"/>
    <ds:schemaRef ds:uri="86d88fb5-0b4d-4df7-8ca1-8010dc5f6b71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Mall för Powerpoint-presentation i standardformat</Template>
  <TotalTime>260</TotalTime>
  <Words>744</Words>
  <Application>Microsoft Office PowerPoint</Application>
  <PresentationFormat>Bredbild</PresentationFormat>
  <Paragraphs>92</Paragraphs>
  <Slides>8</Slides>
  <Notes>2</Notes>
  <HiddenSlides>0</HiddenSlides>
  <MMClips>0</MMClips>
  <ScaleCrop>false</ScaleCrop>
  <HeadingPairs>
    <vt:vector size="6" baseType="variant">
      <vt:variant>
        <vt:lpstr>Använt teckensnitt</vt:lpstr>
      </vt:variant>
      <vt:variant>
        <vt:i4>5</vt:i4>
      </vt:variant>
      <vt:variant>
        <vt:lpstr>Tema</vt:lpstr>
      </vt:variant>
      <vt:variant>
        <vt:i4>3</vt:i4>
      </vt:variant>
      <vt:variant>
        <vt:lpstr>Bildrubriker</vt:lpstr>
      </vt:variant>
      <vt:variant>
        <vt:i4>8</vt:i4>
      </vt:variant>
    </vt:vector>
  </HeadingPairs>
  <TitlesOfParts>
    <vt:vector size="16" baseType="lpstr">
      <vt:lpstr>Abadi</vt:lpstr>
      <vt:lpstr>Aptos</vt:lpstr>
      <vt:lpstr>Aptos Display</vt:lpstr>
      <vt:lpstr>Arial</vt:lpstr>
      <vt:lpstr>Univers Condensed</vt:lpstr>
      <vt:lpstr>HDa Innehåll</vt:lpstr>
      <vt:lpstr>HDa Start och Avslut</vt:lpstr>
      <vt:lpstr>Office-tema</vt:lpstr>
      <vt:lpstr>Design av Webbapplikationer (GIK2XK) </vt:lpstr>
      <vt:lpstr>PowerPoint-presentation</vt:lpstr>
      <vt:lpstr>Projektbeskrivning </vt:lpstr>
      <vt:lpstr>Systemlösning </vt:lpstr>
      <vt:lpstr>PowerPoint-presentation</vt:lpstr>
      <vt:lpstr>Projekt Demo</vt:lpstr>
      <vt:lpstr>Reflektion</vt:lpstr>
      <vt:lpstr>PowerPoint-presentation</vt:lpstr>
    </vt:vector>
  </TitlesOfParts>
  <Company>Ludvika Kommun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Hangama Dehati (Student)</dc:creator>
  <cp:lastModifiedBy>Samir Ahmad (Student)</cp:lastModifiedBy>
  <cp:revision>2</cp:revision>
  <cp:lastPrinted>2017-03-10T09:07:23Z</cp:lastPrinted>
  <dcterms:created xsi:type="dcterms:W3CDTF">2026-01-11T13:33:27Z</dcterms:created>
  <dcterms:modified xsi:type="dcterms:W3CDTF">2026-03-24T08:27:15Z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0x0101002040269B5D0BB84382A84BE8E1E40650</vt:lpwstr>
  </property>
  <property fmtid="{D5CDD505-2E9C-101B-9397-08002B2CF9AE}" pid="3" name="TaxKeyword">
    <vt:lpwstr/>
  </property>
  <property fmtid="{D5CDD505-2E9C-101B-9397-08002B2CF9AE}" pid="4" name="Avdelning">
    <vt:lpwstr>2;#Kommunikationsavdelningen|40208715-28ac-40ac-8185-8faf1f647166</vt:lpwstr>
  </property>
  <property fmtid="{D5CDD505-2E9C-101B-9397-08002B2CF9AE}" pid="5" name="BeHDa_Dokumenttyp_Tax">
    <vt:lpwstr>22;#Presentation|a202e5b9-63bf-414e-80ec-98d7359f7f4b</vt:lpwstr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TemplateUrl">
    <vt:lpwstr/>
  </property>
  <property fmtid="{D5CDD505-2E9C-101B-9397-08002B2CF9AE}" pid="11" name="ComplianceAssetId">
    <vt:lpwstr/>
  </property>
  <property fmtid="{D5CDD505-2E9C-101B-9397-08002B2CF9AE}" pid="12" name="Dokumenttyp0">
    <vt:lpwstr>15;#Presentation|a202e5b9-63bf-414e-80ec-98d7359f7f4b</vt:lpwstr>
  </property>
  <property fmtid="{D5CDD505-2E9C-101B-9397-08002B2CF9AE}" pid="13" name="MediaServiceImageTags">
    <vt:lpwstr/>
  </property>
  <property fmtid="{D5CDD505-2E9C-101B-9397-08002B2CF9AE}" pid="14" name="Ansvarig_x0020_avdelning">
    <vt:lpwstr/>
  </property>
  <property fmtid="{D5CDD505-2E9C-101B-9397-08002B2CF9AE}" pid="15" name="Ansvarig avdelning">
    <vt:lpwstr>20;#Avdelningen för kommunikation|532e2d91-4a14-49ff-be6c-bc5dbfb65adf</vt:lpwstr>
  </property>
  <property fmtid="{D5CDD505-2E9C-101B-9397-08002B2CF9AE}" pid="16" name="j71aac9071894282af56d2a56ca631f1">
    <vt:lpwstr>Kommunikationsavdelningen|40208715-28ac-40ac-8185-8faf1f647166</vt:lpwstr>
  </property>
</Properties>
</file>